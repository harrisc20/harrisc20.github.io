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5C2E88-EDCC-49D2-A442-A6C1DC29F1A0}" v="378" dt="2025-12-02T17:04:13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8C9872-D8E5-427C-95DB-91DDC46B80A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B2C86B-5C19-4AFA-AACC-24B89DF678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Over 5 billion users worldwide</a:t>
          </a:r>
        </a:p>
      </dgm:t>
    </dgm:pt>
    <dgm:pt modelId="{8C299428-8A53-40D3-919D-C7F86497979F}" type="parTrans" cxnId="{D77BE282-FE6F-4545-837E-3A04676F06B9}">
      <dgm:prSet/>
      <dgm:spPr/>
      <dgm:t>
        <a:bodyPr/>
        <a:lstStyle/>
        <a:p>
          <a:endParaRPr lang="en-US"/>
        </a:p>
      </dgm:t>
    </dgm:pt>
    <dgm:pt modelId="{0DD27D7D-5E56-4C79-B21D-885B2DC985A3}" type="sibTrans" cxnId="{D77BE282-FE6F-4545-837E-3A04676F06B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5AAD15B-B794-4B5E-AE68-BE8348AC4F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Platforms: Instagram, TikTok, YouTube, X, Facebook</a:t>
          </a:r>
        </a:p>
      </dgm:t>
    </dgm:pt>
    <dgm:pt modelId="{1262B9CE-B16E-4D9F-8773-0CB7E9B63F7B}" type="parTrans" cxnId="{636D4BC1-F18E-4F3D-88B2-050C04F65A2C}">
      <dgm:prSet/>
      <dgm:spPr/>
      <dgm:t>
        <a:bodyPr/>
        <a:lstStyle/>
        <a:p>
          <a:endParaRPr lang="en-US"/>
        </a:p>
      </dgm:t>
    </dgm:pt>
    <dgm:pt modelId="{97CAF0CF-ED99-4CE9-9CAD-747FFE7FACF5}" type="sibTrans" cxnId="{636D4BC1-F18E-4F3D-88B2-050C04F65A2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F34B67A-9D78-49DF-91F6-98E866F75D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Instant access to information (and misinformation)</a:t>
          </a:r>
        </a:p>
      </dgm:t>
    </dgm:pt>
    <dgm:pt modelId="{B2E57408-15B1-4C5A-99C1-2D789FB623F6}" type="parTrans" cxnId="{ADBFEAD8-ABC3-4064-9A23-C1AADB7AC691}">
      <dgm:prSet/>
      <dgm:spPr/>
      <dgm:t>
        <a:bodyPr/>
        <a:lstStyle/>
        <a:p>
          <a:endParaRPr lang="en-US"/>
        </a:p>
      </dgm:t>
    </dgm:pt>
    <dgm:pt modelId="{2EFD2146-A754-4DB5-BAE4-841B572FCDF3}" type="sibTrans" cxnId="{ADBFEAD8-ABC3-4064-9A23-C1AADB7AC69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CF323C8-7F26-4EBA-AA60-47BE1F19CC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Creates new social norms</a:t>
          </a:r>
        </a:p>
      </dgm:t>
    </dgm:pt>
    <dgm:pt modelId="{8EAA1DE2-693D-4206-9668-BC7B79CBA262}" type="parTrans" cxnId="{3420E252-EE6D-429D-A04D-2516570C39AC}">
      <dgm:prSet/>
      <dgm:spPr/>
      <dgm:t>
        <a:bodyPr/>
        <a:lstStyle/>
        <a:p>
          <a:endParaRPr lang="en-US"/>
        </a:p>
      </dgm:t>
    </dgm:pt>
    <dgm:pt modelId="{52C99935-2FAA-4AB0-940F-5CDF7BA8B767}" type="sibTrans" cxnId="{3420E252-EE6D-429D-A04D-2516570C39AC}">
      <dgm:prSet/>
      <dgm:spPr/>
      <dgm:t>
        <a:bodyPr/>
        <a:lstStyle/>
        <a:p>
          <a:endParaRPr lang="en-US"/>
        </a:p>
      </dgm:t>
    </dgm:pt>
    <dgm:pt modelId="{9C773A8E-DACF-4223-B3B0-C09CC272F824}" type="pres">
      <dgm:prSet presAssocID="{7D8C9872-D8E5-427C-95DB-91DDC46B80A3}" presName="root" presStyleCnt="0">
        <dgm:presLayoutVars>
          <dgm:dir/>
          <dgm:resizeHandles val="exact"/>
        </dgm:presLayoutVars>
      </dgm:prSet>
      <dgm:spPr/>
    </dgm:pt>
    <dgm:pt modelId="{965FC253-5AA4-46DF-B8DB-52845C45331D}" type="pres">
      <dgm:prSet presAssocID="{7D8C9872-D8E5-427C-95DB-91DDC46B80A3}" presName="container" presStyleCnt="0">
        <dgm:presLayoutVars>
          <dgm:dir/>
          <dgm:resizeHandles val="exact"/>
        </dgm:presLayoutVars>
      </dgm:prSet>
      <dgm:spPr/>
    </dgm:pt>
    <dgm:pt modelId="{C34ED7F2-D9E0-482C-889B-0C8F2968C427}" type="pres">
      <dgm:prSet presAssocID="{2BB2C86B-5C19-4AFA-AACC-24B89DF67891}" presName="compNode" presStyleCnt="0"/>
      <dgm:spPr/>
    </dgm:pt>
    <dgm:pt modelId="{26286711-D48C-4F7F-A642-CB582BB5A5B8}" type="pres">
      <dgm:prSet presAssocID="{2BB2C86B-5C19-4AFA-AACC-24B89DF67891}" presName="iconBgRect" presStyleLbl="bgShp" presStyleIdx="0" presStyleCnt="4"/>
      <dgm:spPr/>
    </dgm:pt>
    <dgm:pt modelId="{399AB5B7-ECAD-4197-9CA0-5C574AFE147E}" type="pres">
      <dgm:prSet presAssocID="{2BB2C86B-5C19-4AFA-AACC-24B89DF678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15EF7084-91AD-4B9C-8495-E61D550B4FC8}" type="pres">
      <dgm:prSet presAssocID="{2BB2C86B-5C19-4AFA-AACC-24B89DF67891}" presName="spaceRect" presStyleCnt="0"/>
      <dgm:spPr/>
    </dgm:pt>
    <dgm:pt modelId="{B9672BF1-2299-4E70-8567-ECCF0F7773A4}" type="pres">
      <dgm:prSet presAssocID="{2BB2C86B-5C19-4AFA-AACC-24B89DF67891}" presName="textRect" presStyleLbl="revTx" presStyleIdx="0" presStyleCnt="4">
        <dgm:presLayoutVars>
          <dgm:chMax val="1"/>
          <dgm:chPref val="1"/>
        </dgm:presLayoutVars>
      </dgm:prSet>
      <dgm:spPr/>
    </dgm:pt>
    <dgm:pt modelId="{F8362C44-3A80-48C1-8D43-F4A3DF67E55E}" type="pres">
      <dgm:prSet presAssocID="{0DD27D7D-5E56-4C79-B21D-885B2DC985A3}" presName="sibTrans" presStyleLbl="sibTrans2D1" presStyleIdx="0" presStyleCnt="0"/>
      <dgm:spPr/>
    </dgm:pt>
    <dgm:pt modelId="{228B339D-0678-47C3-8EC9-2B43DB02624C}" type="pres">
      <dgm:prSet presAssocID="{D5AAD15B-B794-4B5E-AE68-BE8348AC4F33}" presName="compNode" presStyleCnt="0"/>
      <dgm:spPr/>
    </dgm:pt>
    <dgm:pt modelId="{6FDEB304-4ACA-45B2-9C92-C39BD5304173}" type="pres">
      <dgm:prSet presAssocID="{D5AAD15B-B794-4B5E-AE68-BE8348AC4F33}" presName="iconBgRect" presStyleLbl="bgShp" presStyleIdx="1" presStyleCnt="4"/>
      <dgm:spPr/>
    </dgm:pt>
    <dgm:pt modelId="{8F3CC55C-2265-4F61-8659-FA9D335E7017}" type="pres">
      <dgm:prSet presAssocID="{D5AAD15B-B794-4B5E-AE68-BE8348AC4F3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seball Hat"/>
        </a:ext>
      </dgm:extLst>
    </dgm:pt>
    <dgm:pt modelId="{5E8B44AC-AC31-4CDB-95CA-6E0B68C48BDA}" type="pres">
      <dgm:prSet presAssocID="{D5AAD15B-B794-4B5E-AE68-BE8348AC4F33}" presName="spaceRect" presStyleCnt="0"/>
      <dgm:spPr/>
    </dgm:pt>
    <dgm:pt modelId="{A3F82F70-98DB-4CC6-BE30-DD3C556C59C1}" type="pres">
      <dgm:prSet presAssocID="{D5AAD15B-B794-4B5E-AE68-BE8348AC4F33}" presName="textRect" presStyleLbl="revTx" presStyleIdx="1" presStyleCnt="4">
        <dgm:presLayoutVars>
          <dgm:chMax val="1"/>
          <dgm:chPref val="1"/>
        </dgm:presLayoutVars>
      </dgm:prSet>
      <dgm:spPr/>
    </dgm:pt>
    <dgm:pt modelId="{93F50364-DAB1-471C-9196-FCC7ADB67116}" type="pres">
      <dgm:prSet presAssocID="{97CAF0CF-ED99-4CE9-9CAD-747FFE7FACF5}" presName="sibTrans" presStyleLbl="sibTrans2D1" presStyleIdx="0" presStyleCnt="0"/>
      <dgm:spPr/>
    </dgm:pt>
    <dgm:pt modelId="{7DAEB220-9996-4EA5-8766-ADEEFF57BD02}" type="pres">
      <dgm:prSet presAssocID="{8F34B67A-9D78-49DF-91F6-98E866F75D42}" presName="compNode" presStyleCnt="0"/>
      <dgm:spPr/>
    </dgm:pt>
    <dgm:pt modelId="{21C8687E-71D6-4781-9503-B1ABC12BD817}" type="pres">
      <dgm:prSet presAssocID="{8F34B67A-9D78-49DF-91F6-98E866F75D42}" presName="iconBgRect" presStyleLbl="bgShp" presStyleIdx="2" presStyleCnt="4"/>
      <dgm:spPr/>
    </dgm:pt>
    <dgm:pt modelId="{3AA764C6-DA3E-4F4E-AA6B-361A1EC2323A}" type="pres">
      <dgm:prSet presAssocID="{8F34B67A-9D78-49DF-91F6-98E866F75D4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FAE08F1E-070F-42A7-B927-0BB0B59D67FB}" type="pres">
      <dgm:prSet presAssocID="{8F34B67A-9D78-49DF-91F6-98E866F75D42}" presName="spaceRect" presStyleCnt="0"/>
      <dgm:spPr/>
    </dgm:pt>
    <dgm:pt modelId="{628DD2EE-ED07-4A81-839B-8E486951A9E6}" type="pres">
      <dgm:prSet presAssocID="{8F34B67A-9D78-49DF-91F6-98E866F75D42}" presName="textRect" presStyleLbl="revTx" presStyleIdx="2" presStyleCnt="4">
        <dgm:presLayoutVars>
          <dgm:chMax val="1"/>
          <dgm:chPref val="1"/>
        </dgm:presLayoutVars>
      </dgm:prSet>
      <dgm:spPr/>
    </dgm:pt>
    <dgm:pt modelId="{6E5FC2B4-4510-4C2D-909C-395B6ABE9AB9}" type="pres">
      <dgm:prSet presAssocID="{2EFD2146-A754-4DB5-BAE4-841B572FCDF3}" presName="sibTrans" presStyleLbl="sibTrans2D1" presStyleIdx="0" presStyleCnt="0"/>
      <dgm:spPr/>
    </dgm:pt>
    <dgm:pt modelId="{36BA9609-8F66-4CCF-83AD-F45AC5EE2CAC}" type="pres">
      <dgm:prSet presAssocID="{ACF323C8-7F26-4EBA-AA60-47BE1F19CCAC}" presName="compNode" presStyleCnt="0"/>
      <dgm:spPr/>
    </dgm:pt>
    <dgm:pt modelId="{67060D3B-B06E-4E52-866F-BDDE337162B0}" type="pres">
      <dgm:prSet presAssocID="{ACF323C8-7F26-4EBA-AA60-47BE1F19CCAC}" presName="iconBgRect" presStyleLbl="bgShp" presStyleIdx="3" presStyleCnt="4"/>
      <dgm:spPr/>
    </dgm:pt>
    <dgm:pt modelId="{84028CE9-BF6C-4C6F-8F09-3CCEA670E583}" type="pres">
      <dgm:prSet presAssocID="{ACF323C8-7F26-4EBA-AA60-47BE1F19CCA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7020B489-60C5-46FF-BDF0-9DAE879FAB66}" type="pres">
      <dgm:prSet presAssocID="{ACF323C8-7F26-4EBA-AA60-47BE1F19CCAC}" presName="spaceRect" presStyleCnt="0"/>
      <dgm:spPr/>
    </dgm:pt>
    <dgm:pt modelId="{1CF6B1C7-E6B9-468B-B5BE-864C11B16854}" type="pres">
      <dgm:prSet presAssocID="{ACF323C8-7F26-4EBA-AA60-47BE1F19CCA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C539C18-E157-4053-803F-A0FEA95A0549}" type="presOf" srcId="{ACF323C8-7F26-4EBA-AA60-47BE1F19CCAC}" destId="{1CF6B1C7-E6B9-468B-B5BE-864C11B16854}" srcOrd="0" destOrd="0" presId="urn:microsoft.com/office/officeart/2018/2/layout/IconCircleList"/>
    <dgm:cxn modelId="{E2C5C533-D820-41B6-AA54-F8C4BD1A462E}" type="presOf" srcId="{8F34B67A-9D78-49DF-91F6-98E866F75D42}" destId="{628DD2EE-ED07-4A81-839B-8E486951A9E6}" srcOrd="0" destOrd="0" presId="urn:microsoft.com/office/officeart/2018/2/layout/IconCircleList"/>
    <dgm:cxn modelId="{3420E252-EE6D-429D-A04D-2516570C39AC}" srcId="{7D8C9872-D8E5-427C-95DB-91DDC46B80A3}" destId="{ACF323C8-7F26-4EBA-AA60-47BE1F19CCAC}" srcOrd="3" destOrd="0" parTransId="{8EAA1DE2-693D-4206-9668-BC7B79CBA262}" sibTransId="{52C99935-2FAA-4AB0-940F-5CDF7BA8B767}"/>
    <dgm:cxn modelId="{D77BE282-FE6F-4545-837E-3A04676F06B9}" srcId="{7D8C9872-D8E5-427C-95DB-91DDC46B80A3}" destId="{2BB2C86B-5C19-4AFA-AACC-24B89DF67891}" srcOrd="0" destOrd="0" parTransId="{8C299428-8A53-40D3-919D-C7F86497979F}" sibTransId="{0DD27D7D-5E56-4C79-B21D-885B2DC985A3}"/>
    <dgm:cxn modelId="{8748FB92-EF2C-49A0-AD61-914D74F110E4}" type="presOf" srcId="{0DD27D7D-5E56-4C79-B21D-885B2DC985A3}" destId="{F8362C44-3A80-48C1-8D43-F4A3DF67E55E}" srcOrd="0" destOrd="0" presId="urn:microsoft.com/office/officeart/2018/2/layout/IconCircleList"/>
    <dgm:cxn modelId="{7F40FCAD-EC6C-4FBD-B07C-B44A577E649F}" type="presOf" srcId="{7D8C9872-D8E5-427C-95DB-91DDC46B80A3}" destId="{9C773A8E-DACF-4223-B3B0-C09CC272F824}" srcOrd="0" destOrd="0" presId="urn:microsoft.com/office/officeart/2018/2/layout/IconCircleList"/>
    <dgm:cxn modelId="{DA4510AF-E801-4F17-A04B-A80EEB46E378}" type="presOf" srcId="{2BB2C86B-5C19-4AFA-AACC-24B89DF67891}" destId="{B9672BF1-2299-4E70-8567-ECCF0F7773A4}" srcOrd="0" destOrd="0" presId="urn:microsoft.com/office/officeart/2018/2/layout/IconCircleList"/>
    <dgm:cxn modelId="{636D4BC1-F18E-4F3D-88B2-050C04F65A2C}" srcId="{7D8C9872-D8E5-427C-95DB-91DDC46B80A3}" destId="{D5AAD15B-B794-4B5E-AE68-BE8348AC4F33}" srcOrd="1" destOrd="0" parTransId="{1262B9CE-B16E-4D9F-8773-0CB7E9B63F7B}" sibTransId="{97CAF0CF-ED99-4CE9-9CAD-747FFE7FACF5}"/>
    <dgm:cxn modelId="{DC16C3C6-1214-45E5-8856-4FEE9BD8EEB8}" type="presOf" srcId="{97CAF0CF-ED99-4CE9-9CAD-747FFE7FACF5}" destId="{93F50364-DAB1-471C-9196-FCC7ADB67116}" srcOrd="0" destOrd="0" presId="urn:microsoft.com/office/officeart/2018/2/layout/IconCircleList"/>
    <dgm:cxn modelId="{58DE5ED1-4A88-4774-95AE-427268D8AF2F}" type="presOf" srcId="{D5AAD15B-B794-4B5E-AE68-BE8348AC4F33}" destId="{A3F82F70-98DB-4CC6-BE30-DD3C556C59C1}" srcOrd="0" destOrd="0" presId="urn:microsoft.com/office/officeart/2018/2/layout/IconCircleList"/>
    <dgm:cxn modelId="{ADBFEAD8-ABC3-4064-9A23-C1AADB7AC691}" srcId="{7D8C9872-D8E5-427C-95DB-91DDC46B80A3}" destId="{8F34B67A-9D78-49DF-91F6-98E866F75D42}" srcOrd="2" destOrd="0" parTransId="{B2E57408-15B1-4C5A-99C1-2D789FB623F6}" sibTransId="{2EFD2146-A754-4DB5-BAE4-841B572FCDF3}"/>
    <dgm:cxn modelId="{23389BE1-8476-4BBF-BFD0-DC6241C00EEC}" type="presOf" srcId="{2EFD2146-A754-4DB5-BAE4-841B572FCDF3}" destId="{6E5FC2B4-4510-4C2D-909C-395B6ABE9AB9}" srcOrd="0" destOrd="0" presId="urn:microsoft.com/office/officeart/2018/2/layout/IconCircleList"/>
    <dgm:cxn modelId="{6C0B5023-76F5-40B3-8F28-3ED452B5190A}" type="presParOf" srcId="{9C773A8E-DACF-4223-B3B0-C09CC272F824}" destId="{965FC253-5AA4-46DF-B8DB-52845C45331D}" srcOrd="0" destOrd="0" presId="urn:microsoft.com/office/officeart/2018/2/layout/IconCircleList"/>
    <dgm:cxn modelId="{5C4B750D-C02E-4533-A709-3A286512F07C}" type="presParOf" srcId="{965FC253-5AA4-46DF-B8DB-52845C45331D}" destId="{C34ED7F2-D9E0-482C-889B-0C8F2968C427}" srcOrd="0" destOrd="0" presId="urn:microsoft.com/office/officeart/2018/2/layout/IconCircleList"/>
    <dgm:cxn modelId="{35526F9B-1FDA-4510-8096-ADC9387C111E}" type="presParOf" srcId="{C34ED7F2-D9E0-482C-889B-0C8F2968C427}" destId="{26286711-D48C-4F7F-A642-CB582BB5A5B8}" srcOrd="0" destOrd="0" presId="urn:microsoft.com/office/officeart/2018/2/layout/IconCircleList"/>
    <dgm:cxn modelId="{190193BB-3AE4-4022-9E19-20B51BCACF51}" type="presParOf" srcId="{C34ED7F2-D9E0-482C-889B-0C8F2968C427}" destId="{399AB5B7-ECAD-4197-9CA0-5C574AFE147E}" srcOrd="1" destOrd="0" presId="urn:microsoft.com/office/officeart/2018/2/layout/IconCircleList"/>
    <dgm:cxn modelId="{5C62A77A-7880-4DED-9184-8CE284F393C7}" type="presParOf" srcId="{C34ED7F2-D9E0-482C-889B-0C8F2968C427}" destId="{15EF7084-91AD-4B9C-8495-E61D550B4FC8}" srcOrd="2" destOrd="0" presId="urn:microsoft.com/office/officeart/2018/2/layout/IconCircleList"/>
    <dgm:cxn modelId="{137BD7CA-200F-43B4-B9A7-5CEEAD57A2DC}" type="presParOf" srcId="{C34ED7F2-D9E0-482C-889B-0C8F2968C427}" destId="{B9672BF1-2299-4E70-8567-ECCF0F7773A4}" srcOrd="3" destOrd="0" presId="urn:microsoft.com/office/officeart/2018/2/layout/IconCircleList"/>
    <dgm:cxn modelId="{B99DD530-DA7B-4ECF-876C-1BF56C9A07F3}" type="presParOf" srcId="{965FC253-5AA4-46DF-B8DB-52845C45331D}" destId="{F8362C44-3A80-48C1-8D43-F4A3DF67E55E}" srcOrd="1" destOrd="0" presId="urn:microsoft.com/office/officeart/2018/2/layout/IconCircleList"/>
    <dgm:cxn modelId="{F92A5A74-6BA1-4AEC-8EDD-C1B874CCE4C1}" type="presParOf" srcId="{965FC253-5AA4-46DF-B8DB-52845C45331D}" destId="{228B339D-0678-47C3-8EC9-2B43DB02624C}" srcOrd="2" destOrd="0" presId="urn:microsoft.com/office/officeart/2018/2/layout/IconCircleList"/>
    <dgm:cxn modelId="{EBA06C72-59E3-4588-8003-F1E13956341D}" type="presParOf" srcId="{228B339D-0678-47C3-8EC9-2B43DB02624C}" destId="{6FDEB304-4ACA-45B2-9C92-C39BD5304173}" srcOrd="0" destOrd="0" presId="urn:microsoft.com/office/officeart/2018/2/layout/IconCircleList"/>
    <dgm:cxn modelId="{49D40A40-C8F2-49CA-AD99-520B5E5C268C}" type="presParOf" srcId="{228B339D-0678-47C3-8EC9-2B43DB02624C}" destId="{8F3CC55C-2265-4F61-8659-FA9D335E7017}" srcOrd="1" destOrd="0" presId="urn:microsoft.com/office/officeart/2018/2/layout/IconCircleList"/>
    <dgm:cxn modelId="{DAB27FDB-5A14-44A2-86FC-1E15AEFDC7E1}" type="presParOf" srcId="{228B339D-0678-47C3-8EC9-2B43DB02624C}" destId="{5E8B44AC-AC31-4CDB-95CA-6E0B68C48BDA}" srcOrd="2" destOrd="0" presId="urn:microsoft.com/office/officeart/2018/2/layout/IconCircleList"/>
    <dgm:cxn modelId="{B8E0B3EB-C4C5-4245-AE9A-CE543EB4443C}" type="presParOf" srcId="{228B339D-0678-47C3-8EC9-2B43DB02624C}" destId="{A3F82F70-98DB-4CC6-BE30-DD3C556C59C1}" srcOrd="3" destOrd="0" presId="urn:microsoft.com/office/officeart/2018/2/layout/IconCircleList"/>
    <dgm:cxn modelId="{EED539FA-F0DA-4130-9E3B-EFF3F1191FAD}" type="presParOf" srcId="{965FC253-5AA4-46DF-B8DB-52845C45331D}" destId="{93F50364-DAB1-471C-9196-FCC7ADB67116}" srcOrd="3" destOrd="0" presId="urn:microsoft.com/office/officeart/2018/2/layout/IconCircleList"/>
    <dgm:cxn modelId="{D447659D-E9EE-4AD6-B164-C151CDAA6700}" type="presParOf" srcId="{965FC253-5AA4-46DF-B8DB-52845C45331D}" destId="{7DAEB220-9996-4EA5-8766-ADEEFF57BD02}" srcOrd="4" destOrd="0" presId="urn:microsoft.com/office/officeart/2018/2/layout/IconCircleList"/>
    <dgm:cxn modelId="{A728A9F6-226F-42D7-B765-952A132C8B03}" type="presParOf" srcId="{7DAEB220-9996-4EA5-8766-ADEEFF57BD02}" destId="{21C8687E-71D6-4781-9503-B1ABC12BD817}" srcOrd="0" destOrd="0" presId="urn:microsoft.com/office/officeart/2018/2/layout/IconCircleList"/>
    <dgm:cxn modelId="{893D356B-47B4-4A27-8DB3-DA2FA04A5670}" type="presParOf" srcId="{7DAEB220-9996-4EA5-8766-ADEEFF57BD02}" destId="{3AA764C6-DA3E-4F4E-AA6B-361A1EC2323A}" srcOrd="1" destOrd="0" presId="urn:microsoft.com/office/officeart/2018/2/layout/IconCircleList"/>
    <dgm:cxn modelId="{5D65D149-5752-477F-BA37-35C3ABE1F66D}" type="presParOf" srcId="{7DAEB220-9996-4EA5-8766-ADEEFF57BD02}" destId="{FAE08F1E-070F-42A7-B927-0BB0B59D67FB}" srcOrd="2" destOrd="0" presId="urn:microsoft.com/office/officeart/2018/2/layout/IconCircleList"/>
    <dgm:cxn modelId="{86EE04F7-0D8E-482B-8B00-767039F135B0}" type="presParOf" srcId="{7DAEB220-9996-4EA5-8766-ADEEFF57BD02}" destId="{628DD2EE-ED07-4A81-839B-8E486951A9E6}" srcOrd="3" destOrd="0" presId="urn:microsoft.com/office/officeart/2018/2/layout/IconCircleList"/>
    <dgm:cxn modelId="{2F18ECDE-8104-4831-974F-E8A761B2A90E}" type="presParOf" srcId="{965FC253-5AA4-46DF-B8DB-52845C45331D}" destId="{6E5FC2B4-4510-4C2D-909C-395B6ABE9AB9}" srcOrd="5" destOrd="0" presId="urn:microsoft.com/office/officeart/2018/2/layout/IconCircleList"/>
    <dgm:cxn modelId="{5FBC4CE3-9351-4311-8BFD-0E9FD8B85426}" type="presParOf" srcId="{965FC253-5AA4-46DF-B8DB-52845C45331D}" destId="{36BA9609-8F66-4CCF-83AD-F45AC5EE2CAC}" srcOrd="6" destOrd="0" presId="urn:microsoft.com/office/officeart/2018/2/layout/IconCircleList"/>
    <dgm:cxn modelId="{394B9DEF-8572-4B8F-BB51-4FD2871F0449}" type="presParOf" srcId="{36BA9609-8F66-4CCF-83AD-F45AC5EE2CAC}" destId="{67060D3B-B06E-4E52-866F-BDDE337162B0}" srcOrd="0" destOrd="0" presId="urn:microsoft.com/office/officeart/2018/2/layout/IconCircleList"/>
    <dgm:cxn modelId="{9D7EF766-F51C-47F7-809A-B0A538282F48}" type="presParOf" srcId="{36BA9609-8F66-4CCF-83AD-F45AC5EE2CAC}" destId="{84028CE9-BF6C-4C6F-8F09-3CCEA670E583}" srcOrd="1" destOrd="0" presId="urn:microsoft.com/office/officeart/2018/2/layout/IconCircleList"/>
    <dgm:cxn modelId="{24630BFA-6368-4D9F-AA2B-7373770610AD}" type="presParOf" srcId="{36BA9609-8F66-4CCF-83AD-F45AC5EE2CAC}" destId="{7020B489-60C5-46FF-BDF0-9DAE879FAB66}" srcOrd="2" destOrd="0" presId="urn:microsoft.com/office/officeart/2018/2/layout/IconCircleList"/>
    <dgm:cxn modelId="{BC6E1B53-15E8-4C28-8199-9FD1006C7DF4}" type="presParOf" srcId="{36BA9609-8F66-4CCF-83AD-F45AC5EE2CAC}" destId="{1CF6B1C7-E6B9-468B-B5BE-864C11B1685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6A94E2-A932-4B79-B61F-80C5D9DCE19A}" type="doc">
      <dgm:prSet loTypeId="urn:microsoft.com/office/officeart/2005/8/layout/matrix3" loCatId="matrix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50F11DA2-4D30-4F56-9873-F5CC771279E6}">
      <dgm:prSet/>
      <dgm:spPr/>
      <dgm:t>
        <a:bodyPr/>
        <a:lstStyle/>
        <a:p>
          <a:r>
            <a:rPr lang="en-US"/>
            <a:t>Community building</a:t>
          </a:r>
        </a:p>
      </dgm:t>
    </dgm:pt>
    <dgm:pt modelId="{88DA472B-4C82-4AD0-821C-3561AAE8B0C8}" type="parTrans" cxnId="{96881C29-D8D8-414E-BE1E-AA0CC8C8BC94}">
      <dgm:prSet/>
      <dgm:spPr/>
      <dgm:t>
        <a:bodyPr/>
        <a:lstStyle/>
        <a:p>
          <a:endParaRPr lang="en-US"/>
        </a:p>
      </dgm:t>
    </dgm:pt>
    <dgm:pt modelId="{25736E9F-7D32-4D08-9DC4-B16A16D309F1}" type="sibTrans" cxnId="{96881C29-D8D8-414E-BE1E-AA0CC8C8BC94}">
      <dgm:prSet/>
      <dgm:spPr/>
      <dgm:t>
        <a:bodyPr/>
        <a:lstStyle/>
        <a:p>
          <a:endParaRPr lang="en-US"/>
        </a:p>
      </dgm:t>
    </dgm:pt>
    <dgm:pt modelId="{09862943-F488-4D00-8F5F-F43E0D940EB0}">
      <dgm:prSet/>
      <dgm:spPr/>
      <dgm:t>
        <a:bodyPr/>
        <a:lstStyle/>
        <a:p>
          <a:r>
            <a:rPr lang="en-US"/>
            <a:t>Educational content</a:t>
          </a:r>
        </a:p>
      </dgm:t>
    </dgm:pt>
    <dgm:pt modelId="{CDB5031B-9813-4320-9E95-5ED517372B37}" type="parTrans" cxnId="{A05579B8-63C6-466F-A5EB-CB38BD0315F8}">
      <dgm:prSet/>
      <dgm:spPr/>
      <dgm:t>
        <a:bodyPr/>
        <a:lstStyle/>
        <a:p>
          <a:endParaRPr lang="en-US"/>
        </a:p>
      </dgm:t>
    </dgm:pt>
    <dgm:pt modelId="{8BB1C00A-8A4C-4A0A-A276-5FCD93F743F7}" type="sibTrans" cxnId="{A05579B8-63C6-466F-A5EB-CB38BD0315F8}">
      <dgm:prSet/>
      <dgm:spPr/>
      <dgm:t>
        <a:bodyPr/>
        <a:lstStyle/>
        <a:p>
          <a:endParaRPr lang="en-US"/>
        </a:p>
      </dgm:t>
    </dgm:pt>
    <dgm:pt modelId="{0D5BC900-5878-4B79-8B40-44D543B4ED44}">
      <dgm:prSet/>
      <dgm:spPr/>
      <dgm:t>
        <a:bodyPr/>
        <a:lstStyle/>
        <a:p>
          <a:r>
            <a:rPr lang="en-US"/>
            <a:t>Awareness of social issues</a:t>
          </a:r>
        </a:p>
      </dgm:t>
    </dgm:pt>
    <dgm:pt modelId="{0328F721-355D-4F34-BAC1-DD291594F3EB}" type="parTrans" cxnId="{D76A62BF-1995-427C-834E-C9A80DF7D01E}">
      <dgm:prSet/>
      <dgm:spPr/>
      <dgm:t>
        <a:bodyPr/>
        <a:lstStyle/>
        <a:p>
          <a:endParaRPr lang="en-US"/>
        </a:p>
      </dgm:t>
    </dgm:pt>
    <dgm:pt modelId="{066BF73B-0B33-499F-AC6D-E4F63AB7844A}" type="sibTrans" cxnId="{D76A62BF-1995-427C-834E-C9A80DF7D01E}">
      <dgm:prSet/>
      <dgm:spPr/>
      <dgm:t>
        <a:bodyPr/>
        <a:lstStyle/>
        <a:p>
          <a:endParaRPr lang="en-US"/>
        </a:p>
      </dgm:t>
    </dgm:pt>
    <dgm:pt modelId="{C969CCEF-7A6C-489E-8572-F9D481344CDB}">
      <dgm:prSet/>
      <dgm:spPr/>
      <dgm:t>
        <a:bodyPr/>
        <a:lstStyle/>
        <a:p>
          <a:r>
            <a:rPr lang="en-US"/>
            <a:t>Creative expression</a:t>
          </a:r>
        </a:p>
      </dgm:t>
    </dgm:pt>
    <dgm:pt modelId="{9183018C-5D0A-457E-8DCE-17B2879D0798}" type="parTrans" cxnId="{B58BE89C-7CFD-4DA0-9B01-9A51273D3985}">
      <dgm:prSet/>
      <dgm:spPr/>
      <dgm:t>
        <a:bodyPr/>
        <a:lstStyle/>
        <a:p>
          <a:endParaRPr lang="en-US"/>
        </a:p>
      </dgm:t>
    </dgm:pt>
    <dgm:pt modelId="{6010DD24-B8C8-48D6-AD60-F2817B070D39}" type="sibTrans" cxnId="{B58BE89C-7CFD-4DA0-9B01-9A51273D3985}">
      <dgm:prSet/>
      <dgm:spPr/>
      <dgm:t>
        <a:bodyPr/>
        <a:lstStyle/>
        <a:p>
          <a:endParaRPr lang="en-US"/>
        </a:p>
      </dgm:t>
    </dgm:pt>
    <dgm:pt modelId="{0CCCE43F-FDBA-4FBA-A796-B8F29F42F4F7}" type="pres">
      <dgm:prSet presAssocID="{0B6A94E2-A932-4B79-B61F-80C5D9DCE19A}" presName="matrix" presStyleCnt="0">
        <dgm:presLayoutVars>
          <dgm:chMax val="1"/>
          <dgm:dir/>
          <dgm:resizeHandles val="exact"/>
        </dgm:presLayoutVars>
      </dgm:prSet>
      <dgm:spPr/>
    </dgm:pt>
    <dgm:pt modelId="{22936256-C72D-447F-ABD0-B79747E4C0E6}" type="pres">
      <dgm:prSet presAssocID="{0B6A94E2-A932-4B79-B61F-80C5D9DCE19A}" presName="diamond" presStyleLbl="bgShp" presStyleIdx="0" presStyleCnt="1"/>
      <dgm:spPr/>
    </dgm:pt>
    <dgm:pt modelId="{CC3AE137-2C6F-4182-A69D-3755DD932428}" type="pres">
      <dgm:prSet presAssocID="{0B6A94E2-A932-4B79-B61F-80C5D9DCE19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FAA89F1-DAC9-489A-9C37-47F39C7220CE}" type="pres">
      <dgm:prSet presAssocID="{0B6A94E2-A932-4B79-B61F-80C5D9DCE19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20D55AF-4624-46A8-AB1A-40ECD8C95B45}" type="pres">
      <dgm:prSet presAssocID="{0B6A94E2-A932-4B79-B61F-80C5D9DCE19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EC0D4A9-C8FA-4DCC-9090-EBEAE9D86853}" type="pres">
      <dgm:prSet presAssocID="{0B6A94E2-A932-4B79-B61F-80C5D9DCE19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27ED60B-8EF0-4ECC-BEB8-D6660E5B2BAD}" type="presOf" srcId="{50F11DA2-4D30-4F56-9873-F5CC771279E6}" destId="{CC3AE137-2C6F-4182-A69D-3755DD932428}" srcOrd="0" destOrd="0" presId="urn:microsoft.com/office/officeart/2005/8/layout/matrix3"/>
    <dgm:cxn modelId="{96881C29-D8D8-414E-BE1E-AA0CC8C8BC94}" srcId="{0B6A94E2-A932-4B79-B61F-80C5D9DCE19A}" destId="{50F11DA2-4D30-4F56-9873-F5CC771279E6}" srcOrd="0" destOrd="0" parTransId="{88DA472B-4C82-4AD0-821C-3561AAE8B0C8}" sibTransId="{25736E9F-7D32-4D08-9DC4-B16A16D309F1}"/>
    <dgm:cxn modelId="{913D6E36-A58F-4065-863B-6E519F9271DD}" type="presOf" srcId="{0D5BC900-5878-4B79-8B40-44D543B4ED44}" destId="{220D55AF-4624-46A8-AB1A-40ECD8C95B45}" srcOrd="0" destOrd="0" presId="urn:microsoft.com/office/officeart/2005/8/layout/matrix3"/>
    <dgm:cxn modelId="{A3832B80-C045-46DB-ACBA-7A68872A10F0}" type="presOf" srcId="{0B6A94E2-A932-4B79-B61F-80C5D9DCE19A}" destId="{0CCCE43F-FDBA-4FBA-A796-B8F29F42F4F7}" srcOrd="0" destOrd="0" presId="urn:microsoft.com/office/officeart/2005/8/layout/matrix3"/>
    <dgm:cxn modelId="{B58BE89C-7CFD-4DA0-9B01-9A51273D3985}" srcId="{0B6A94E2-A932-4B79-B61F-80C5D9DCE19A}" destId="{C969CCEF-7A6C-489E-8572-F9D481344CDB}" srcOrd="3" destOrd="0" parTransId="{9183018C-5D0A-457E-8DCE-17B2879D0798}" sibTransId="{6010DD24-B8C8-48D6-AD60-F2817B070D39}"/>
    <dgm:cxn modelId="{A05579B8-63C6-466F-A5EB-CB38BD0315F8}" srcId="{0B6A94E2-A932-4B79-B61F-80C5D9DCE19A}" destId="{09862943-F488-4D00-8F5F-F43E0D940EB0}" srcOrd="1" destOrd="0" parTransId="{CDB5031B-9813-4320-9E95-5ED517372B37}" sibTransId="{8BB1C00A-8A4C-4A0A-A276-5FCD93F743F7}"/>
    <dgm:cxn modelId="{483695BA-6229-4EAD-886C-F4B8C872D53D}" type="presOf" srcId="{09862943-F488-4D00-8F5F-F43E0D940EB0}" destId="{4FAA89F1-DAC9-489A-9C37-47F39C7220CE}" srcOrd="0" destOrd="0" presId="urn:microsoft.com/office/officeart/2005/8/layout/matrix3"/>
    <dgm:cxn modelId="{D76A62BF-1995-427C-834E-C9A80DF7D01E}" srcId="{0B6A94E2-A932-4B79-B61F-80C5D9DCE19A}" destId="{0D5BC900-5878-4B79-8B40-44D543B4ED44}" srcOrd="2" destOrd="0" parTransId="{0328F721-355D-4F34-BAC1-DD291594F3EB}" sibTransId="{066BF73B-0B33-499F-AC6D-E4F63AB7844A}"/>
    <dgm:cxn modelId="{35D843BF-738D-48DD-8821-E1AA06314DBF}" type="presOf" srcId="{C969CCEF-7A6C-489E-8572-F9D481344CDB}" destId="{5EC0D4A9-C8FA-4DCC-9090-EBEAE9D86853}" srcOrd="0" destOrd="0" presId="urn:microsoft.com/office/officeart/2005/8/layout/matrix3"/>
    <dgm:cxn modelId="{66BFAB38-47CD-43A7-9970-C7529D059090}" type="presParOf" srcId="{0CCCE43F-FDBA-4FBA-A796-B8F29F42F4F7}" destId="{22936256-C72D-447F-ABD0-B79747E4C0E6}" srcOrd="0" destOrd="0" presId="urn:microsoft.com/office/officeart/2005/8/layout/matrix3"/>
    <dgm:cxn modelId="{32604085-9162-4193-BA55-58D80B68744A}" type="presParOf" srcId="{0CCCE43F-FDBA-4FBA-A796-B8F29F42F4F7}" destId="{CC3AE137-2C6F-4182-A69D-3755DD932428}" srcOrd="1" destOrd="0" presId="urn:microsoft.com/office/officeart/2005/8/layout/matrix3"/>
    <dgm:cxn modelId="{D8A577A8-FBD8-4A91-8847-5376E19AD841}" type="presParOf" srcId="{0CCCE43F-FDBA-4FBA-A796-B8F29F42F4F7}" destId="{4FAA89F1-DAC9-489A-9C37-47F39C7220CE}" srcOrd="2" destOrd="0" presId="urn:microsoft.com/office/officeart/2005/8/layout/matrix3"/>
    <dgm:cxn modelId="{5668C90D-E2E5-4E9A-8745-6A5741DE576A}" type="presParOf" srcId="{0CCCE43F-FDBA-4FBA-A796-B8F29F42F4F7}" destId="{220D55AF-4624-46A8-AB1A-40ECD8C95B45}" srcOrd="3" destOrd="0" presId="urn:microsoft.com/office/officeart/2005/8/layout/matrix3"/>
    <dgm:cxn modelId="{EB8A5A6B-7A1A-4D3C-B7FB-0DA79D2048AD}" type="presParOf" srcId="{0CCCE43F-FDBA-4FBA-A796-B8F29F42F4F7}" destId="{5EC0D4A9-C8FA-4DCC-9090-EBEAE9D8685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54529D-B939-4729-AACB-850EC5C7BB6F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6916861-3302-4A12-8526-67B06C2DDD87}">
      <dgm:prSet/>
      <dgm:spPr/>
      <dgm:t>
        <a:bodyPr/>
        <a:lstStyle/>
        <a:p>
          <a:r>
            <a:rPr lang="en-US"/>
            <a:t>Check information sources</a:t>
          </a:r>
        </a:p>
      </dgm:t>
    </dgm:pt>
    <dgm:pt modelId="{00CDE62C-1BDB-45D4-A1A8-8C10A5D3033E}" type="parTrans" cxnId="{5AF29505-1EF6-4199-9402-82C88E0C4288}">
      <dgm:prSet/>
      <dgm:spPr/>
      <dgm:t>
        <a:bodyPr/>
        <a:lstStyle/>
        <a:p>
          <a:endParaRPr lang="en-US"/>
        </a:p>
      </dgm:t>
    </dgm:pt>
    <dgm:pt modelId="{867006D4-96DB-41A4-8A88-4680D7D17DAD}" type="sibTrans" cxnId="{5AF29505-1EF6-4199-9402-82C88E0C428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447D20E1-5031-4AA8-B8A5-DD1CA0F4B9CA}">
      <dgm:prSet/>
      <dgm:spPr/>
      <dgm:t>
        <a:bodyPr/>
        <a:lstStyle/>
        <a:p>
          <a:r>
            <a:rPr lang="en-US"/>
            <a:t>Limit screen time</a:t>
          </a:r>
        </a:p>
      </dgm:t>
    </dgm:pt>
    <dgm:pt modelId="{79CF0A87-F024-428E-9CA8-C9E003ACA191}" type="parTrans" cxnId="{2CE0D32D-B05C-4643-A27A-F7EBB3B83F7B}">
      <dgm:prSet/>
      <dgm:spPr/>
      <dgm:t>
        <a:bodyPr/>
        <a:lstStyle/>
        <a:p>
          <a:endParaRPr lang="en-US"/>
        </a:p>
      </dgm:t>
    </dgm:pt>
    <dgm:pt modelId="{1D8B8534-6393-42F8-856E-DF2E52AB92F7}" type="sibTrans" cxnId="{2CE0D32D-B05C-4643-A27A-F7EBB3B83F7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BB9B1692-7C9C-414C-B5F2-37561DE8092A}">
      <dgm:prSet/>
      <dgm:spPr/>
      <dgm:t>
        <a:bodyPr/>
        <a:lstStyle/>
        <a:p>
          <a:r>
            <a:rPr lang="en-US"/>
            <a:t>Understand algorithm influence</a:t>
          </a:r>
        </a:p>
      </dgm:t>
    </dgm:pt>
    <dgm:pt modelId="{150A6936-CD79-4438-9BF2-60EB4A70E2EE}" type="parTrans" cxnId="{A679F150-B6C3-40BA-A606-57BA36C00069}">
      <dgm:prSet/>
      <dgm:spPr/>
      <dgm:t>
        <a:bodyPr/>
        <a:lstStyle/>
        <a:p>
          <a:endParaRPr lang="en-US"/>
        </a:p>
      </dgm:t>
    </dgm:pt>
    <dgm:pt modelId="{57999D82-DBF1-435E-8C2F-44150593D6D4}" type="sibTrans" cxnId="{A679F150-B6C3-40BA-A606-57BA36C00069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3415D7D-34A7-489F-82F2-B371AA9EE06C}">
      <dgm:prSet/>
      <dgm:spPr/>
      <dgm:t>
        <a:bodyPr/>
        <a:lstStyle/>
        <a:p>
          <a:r>
            <a:rPr lang="en-US"/>
            <a:t>Protect personal data</a:t>
          </a:r>
        </a:p>
      </dgm:t>
    </dgm:pt>
    <dgm:pt modelId="{B261C597-B480-450D-8634-CA843F71A92C}" type="parTrans" cxnId="{93DAAE99-398E-47E3-A1FD-A39AFA672637}">
      <dgm:prSet/>
      <dgm:spPr/>
      <dgm:t>
        <a:bodyPr/>
        <a:lstStyle/>
        <a:p>
          <a:endParaRPr lang="en-US"/>
        </a:p>
      </dgm:t>
    </dgm:pt>
    <dgm:pt modelId="{55ACD42D-F1DC-4C8D-8AD2-1DCBC0948341}" type="sibTrans" cxnId="{93DAAE99-398E-47E3-A1FD-A39AFA672637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A2574EAA-E533-4264-84AF-8C7E0FC5C93E}">
      <dgm:prSet/>
      <dgm:spPr/>
      <dgm:t>
        <a:bodyPr/>
        <a:lstStyle/>
        <a:p>
          <a:r>
            <a:rPr lang="en-US"/>
            <a:t>Follow diverse accounts to reduce bias</a:t>
          </a:r>
        </a:p>
      </dgm:t>
    </dgm:pt>
    <dgm:pt modelId="{24C560A3-6F15-4FE4-A7AD-8DF76C3C063D}" type="parTrans" cxnId="{97EFBD50-C81D-4074-B5D5-A97097A1B9E6}">
      <dgm:prSet/>
      <dgm:spPr/>
      <dgm:t>
        <a:bodyPr/>
        <a:lstStyle/>
        <a:p>
          <a:endParaRPr lang="en-US"/>
        </a:p>
      </dgm:t>
    </dgm:pt>
    <dgm:pt modelId="{3F0A79B1-AE6C-41EF-A31A-E036946ABFD6}" type="sibTrans" cxnId="{97EFBD50-C81D-4074-B5D5-A97097A1B9E6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FA87F93D-F26C-4410-A43E-757962A5CCD5}" type="pres">
      <dgm:prSet presAssocID="{5154529D-B939-4729-AACB-850EC5C7BB6F}" presName="Name0" presStyleCnt="0">
        <dgm:presLayoutVars>
          <dgm:animLvl val="lvl"/>
          <dgm:resizeHandles val="exact"/>
        </dgm:presLayoutVars>
      </dgm:prSet>
      <dgm:spPr/>
    </dgm:pt>
    <dgm:pt modelId="{6DF93CEF-4FFF-4A94-B55C-AA1DBDD77139}" type="pres">
      <dgm:prSet presAssocID="{B6916861-3302-4A12-8526-67B06C2DDD87}" presName="compositeNode" presStyleCnt="0">
        <dgm:presLayoutVars>
          <dgm:bulletEnabled val="1"/>
        </dgm:presLayoutVars>
      </dgm:prSet>
      <dgm:spPr/>
    </dgm:pt>
    <dgm:pt modelId="{A5C5AE25-3722-4A88-AA98-E9C98DF258F2}" type="pres">
      <dgm:prSet presAssocID="{B6916861-3302-4A12-8526-67B06C2DDD87}" presName="bgRect" presStyleLbl="bgAccFollowNode1" presStyleIdx="0" presStyleCnt="5"/>
      <dgm:spPr/>
    </dgm:pt>
    <dgm:pt modelId="{A8159F48-8476-4A9F-A1D2-452C3BE88DE0}" type="pres">
      <dgm:prSet presAssocID="{867006D4-96DB-41A4-8A88-4680D7D17DAD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4695B825-A610-4FE9-8A38-9FB381F6F1A8}" type="pres">
      <dgm:prSet presAssocID="{B6916861-3302-4A12-8526-67B06C2DDD87}" presName="bottomLine" presStyleLbl="alignNode1" presStyleIdx="1" presStyleCnt="10">
        <dgm:presLayoutVars/>
      </dgm:prSet>
      <dgm:spPr/>
    </dgm:pt>
    <dgm:pt modelId="{25544477-D43F-48C2-9989-C695D1CCA12E}" type="pres">
      <dgm:prSet presAssocID="{B6916861-3302-4A12-8526-67B06C2DDD87}" presName="nodeText" presStyleLbl="bgAccFollowNode1" presStyleIdx="0" presStyleCnt="5">
        <dgm:presLayoutVars>
          <dgm:bulletEnabled val="1"/>
        </dgm:presLayoutVars>
      </dgm:prSet>
      <dgm:spPr/>
    </dgm:pt>
    <dgm:pt modelId="{09E93962-48CF-46E1-8D86-189FD86529E3}" type="pres">
      <dgm:prSet presAssocID="{867006D4-96DB-41A4-8A88-4680D7D17DAD}" presName="sibTrans" presStyleCnt="0"/>
      <dgm:spPr/>
    </dgm:pt>
    <dgm:pt modelId="{84D9EA78-4D35-410D-A20C-312B30C83F76}" type="pres">
      <dgm:prSet presAssocID="{447D20E1-5031-4AA8-B8A5-DD1CA0F4B9CA}" presName="compositeNode" presStyleCnt="0">
        <dgm:presLayoutVars>
          <dgm:bulletEnabled val="1"/>
        </dgm:presLayoutVars>
      </dgm:prSet>
      <dgm:spPr/>
    </dgm:pt>
    <dgm:pt modelId="{B95A1C9A-1B51-4EFE-B075-72010EBDEF32}" type="pres">
      <dgm:prSet presAssocID="{447D20E1-5031-4AA8-B8A5-DD1CA0F4B9CA}" presName="bgRect" presStyleLbl="bgAccFollowNode1" presStyleIdx="1" presStyleCnt="5"/>
      <dgm:spPr/>
    </dgm:pt>
    <dgm:pt modelId="{4D9747B0-4169-4C70-B4A5-7E0EA5E2A3E7}" type="pres">
      <dgm:prSet presAssocID="{1D8B8534-6393-42F8-856E-DF2E52AB92F7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F3C3D8A9-B6C1-4B52-AF13-B182525DD49B}" type="pres">
      <dgm:prSet presAssocID="{447D20E1-5031-4AA8-B8A5-DD1CA0F4B9CA}" presName="bottomLine" presStyleLbl="alignNode1" presStyleIdx="3" presStyleCnt="10">
        <dgm:presLayoutVars/>
      </dgm:prSet>
      <dgm:spPr/>
    </dgm:pt>
    <dgm:pt modelId="{C37764ED-F518-4251-BE20-DAB06571DC65}" type="pres">
      <dgm:prSet presAssocID="{447D20E1-5031-4AA8-B8A5-DD1CA0F4B9CA}" presName="nodeText" presStyleLbl="bgAccFollowNode1" presStyleIdx="1" presStyleCnt="5">
        <dgm:presLayoutVars>
          <dgm:bulletEnabled val="1"/>
        </dgm:presLayoutVars>
      </dgm:prSet>
      <dgm:spPr/>
    </dgm:pt>
    <dgm:pt modelId="{E9DF0426-4D81-40A4-A6A1-2CB2C4E3CED0}" type="pres">
      <dgm:prSet presAssocID="{1D8B8534-6393-42F8-856E-DF2E52AB92F7}" presName="sibTrans" presStyleCnt="0"/>
      <dgm:spPr/>
    </dgm:pt>
    <dgm:pt modelId="{781148D0-F3D3-4594-A3B0-C1E88405C324}" type="pres">
      <dgm:prSet presAssocID="{BB9B1692-7C9C-414C-B5F2-37561DE8092A}" presName="compositeNode" presStyleCnt="0">
        <dgm:presLayoutVars>
          <dgm:bulletEnabled val="1"/>
        </dgm:presLayoutVars>
      </dgm:prSet>
      <dgm:spPr/>
    </dgm:pt>
    <dgm:pt modelId="{C630EE85-1D82-449D-A3FF-F9D341E97B55}" type="pres">
      <dgm:prSet presAssocID="{BB9B1692-7C9C-414C-B5F2-37561DE8092A}" presName="bgRect" presStyleLbl="bgAccFollowNode1" presStyleIdx="2" presStyleCnt="5"/>
      <dgm:spPr/>
    </dgm:pt>
    <dgm:pt modelId="{C709B3C2-40E8-4EAD-AA08-0AEC54AFAAEB}" type="pres">
      <dgm:prSet presAssocID="{57999D82-DBF1-435E-8C2F-44150593D6D4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8529721C-B738-4A53-95FA-1D907D30643E}" type="pres">
      <dgm:prSet presAssocID="{BB9B1692-7C9C-414C-B5F2-37561DE8092A}" presName="bottomLine" presStyleLbl="alignNode1" presStyleIdx="5" presStyleCnt="10">
        <dgm:presLayoutVars/>
      </dgm:prSet>
      <dgm:spPr/>
    </dgm:pt>
    <dgm:pt modelId="{959C9DB6-BFC4-4D82-9785-F49CE705A27A}" type="pres">
      <dgm:prSet presAssocID="{BB9B1692-7C9C-414C-B5F2-37561DE8092A}" presName="nodeText" presStyleLbl="bgAccFollowNode1" presStyleIdx="2" presStyleCnt="5">
        <dgm:presLayoutVars>
          <dgm:bulletEnabled val="1"/>
        </dgm:presLayoutVars>
      </dgm:prSet>
      <dgm:spPr/>
    </dgm:pt>
    <dgm:pt modelId="{80C12E00-5294-43B2-AEDB-E7D6E34811C3}" type="pres">
      <dgm:prSet presAssocID="{57999D82-DBF1-435E-8C2F-44150593D6D4}" presName="sibTrans" presStyleCnt="0"/>
      <dgm:spPr/>
    </dgm:pt>
    <dgm:pt modelId="{6095511C-4D26-4782-BDC7-92059A77E751}" type="pres">
      <dgm:prSet presAssocID="{A3415D7D-34A7-489F-82F2-B371AA9EE06C}" presName="compositeNode" presStyleCnt="0">
        <dgm:presLayoutVars>
          <dgm:bulletEnabled val="1"/>
        </dgm:presLayoutVars>
      </dgm:prSet>
      <dgm:spPr/>
    </dgm:pt>
    <dgm:pt modelId="{B21974E1-0E38-4A66-BDF5-39261A334839}" type="pres">
      <dgm:prSet presAssocID="{A3415D7D-34A7-489F-82F2-B371AA9EE06C}" presName="bgRect" presStyleLbl="bgAccFollowNode1" presStyleIdx="3" presStyleCnt="5"/>
      <dgm:spPr/>
    </dgm:pt>
    <dgm:pt modelId="{F1FA1AAC-BFC1-4660-84A3-C7CB30BCFA19}" type="pres">
      <dgm:prSet presAssocID="{55ACD42D-F1DC-4C8D-8AD2-1DCBC0948341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73C52F00-F665-40AE-A4E9-9C6AC853498D}" type="pres">
      <dgm:prSet presAssocID="{A3415D7D-34A7-489F-82F2-B371AA9EE06C}" presName="bottomLine" presStyleLbl="alignNode1" presStyleIdx="7" presStyleCnt="10">
        <dgm:presLayoutVars/>
      </dgm:prSet>
      <dgm:spPr/>
    </dgm:pt>
    <dgm:pt modelId="{6DC6C0E6-422B-47E6-8FB2-24D35B08035B}" type="pres">
      <dgm:prSet presAssocID="{A3415D7D-34A7-489F-82F2-B371AA9EE06C}" presName="nodeText" presStyleLbl="bgAccFollowNode1" presStyleIdx="3" presStyleCnt="5">
        <dgm:presLayoutVars>
          <dgm:bulletEnabled val="1"/>
        </dgm:presLayoutVars>
      </dgm:prSet>
      <dgm:spPr/>
    </dgm:pt>
    <dgm:pt modelId="{37ABEC9D-EC66-45B6-B239-280E7607BF0C}" type="pres">
      <dgm:prSet presAssocID="{55ACD42D-F1DC-4C8D-8AD2-1DCBC0948341}" presName="sibTrans" presStyleCnt="0"/>
      <dgm:spPr/>
    </dgm:pt>
    <dgm:pt modelId="{882DF990-D5C2-4144-8C96-AF86AC309F06}" type="pres">
      <dgm:prSet presAssocID="{A2574EAA-E533-4264-84AF-8C7E0FC5C93E}" presName="compositeNode" presStyleCnt="0">
        <dgm:presLayoutVars>
          <dgm:bulletEnabled val="1"/>
        </dgm:presLayoutVars>
      </dgm:prSet>
      <dgm:spPr/>
    </dgm:pt>
    <dgm:pt modelId="{3ED53A3B-A7CA-4047-9673-D72024EDFD52}" type="pres">
      <dgm:prSet presAssocID="{A2574EAA-E533-4264-84AF-8C7E0FC5C93E}" presName="bgRect" presStyleLbl="bgAccFollowNode1" presStyleIdx="4" presStyleCnt="5"/>
      <dgm:spPr/>
    </dgm:pt>
    <dgm:pt modelId="{8E4068CF-E61A-4A9D-96C4-E6FEA3990789}" type="pres">
      <dgm:prSet presAssocID="{3F0A79B1-AE6C-41EF-A31A-E036946ABFD6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A71783BB-8DE5-4353-B896-4B2B6EB24D88}" type="pres">
      <dgm:prSet presAssocID="{A2574EAA-E533-4264-84AF-8C7E0FC5C93E}" presName="bottomLine" presStyleLbl="alignNode1" presStyleIdx="9" presStyleCnt="10">
        <dgm:presLayoutVars/>
      </dgm:prSet>
      <dgm:spPr/>
    </dgm:pt>
    <dgm:pt modelId="{BEA46E47-B377-44EC-9248-9C203ABA8F40}" type="pres">
      <dgm:prSet presAssocID="{A2574EAA-E533-4264-84AF-8C7E0FC5C93E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000A9E01-C66F-4D83-951A-3529EF1B16EB}" type="presOf" srcId="{B6916861-3302-4A12-8526-67B06C2DDD87}" destId="{A5C5AE25-3722-4A88-AA98-E9C98DF258F2}" srcOrd="0" destOrd="0" presId="urn:microsoft.com/office/officeart/2016/7/layout/BasicLinearProcessNumbered"/>
    <dgm:cxn modelId="{5AF29505-1EF6-4199-9402-82C88E0C4288}" srcId="{5154529D-B939-4729-AACB-850EC5C7BB6F}" destId="{B6916861-3302-4A12-8526-67B06C2DDD87}" srcOrd="0" destOrd="0" parTransId="{00CDE62C-1BDB-45D4-A1A8-8C10A5D3033E}" sibTransId="{867006D4-96DB-41A4-8A88-4680D7D17DAD}"/>
    <dgm:cxn modelId="{7F0D7714-D1A3-458A-8EF3-B2443D872614}" type="presOf" srcId="{447D20E1-5031-4AA8-B8A5-DD1CA0F4B9CA}" destId="{C37764ED-F518-4251-BE20-DAB06571DC65}" srcOrd="1" destOrd="0" presId="urn:microsoft.com/office/officeart/2016/7/layout/BasicLinearProcessNumbered"/>
    <dgm:cxn modelId="{67AF7B2C-7A4F-4ED7-B872-1CA735ED8CE6}" type="presOf" srcId="{55ACD42D-F1DC-4C8D-8AD2-1DCBC0948341}" destId="{F1FA1AAC-BFC1-4660-84A3-C7CB30BCFA19}" srcOrd="0" destOrd="0" presId="urn:microsoft.com/office/officeart/2016/7/layout/BasicLinearProcessNumbered"/>
    <dgm:cxn modelId="{2CE0D32D-B05C-4643-A27A-F7EBB3B83F7B}" srcId="{5154529D-B939-4729-AACB-850EC5C7BB6F}" destId="{447D20E1-5031-4AA8-B8A5-DD1CA0F4B9CA}" srcOrd="1" destOrd="0" parTransId="{79CF0A87-F024-428E-9CA8-C9E003ACA191}" sibTransId="{1D8B8534-6393-42F8-856E-DF2E52AB92F7}"/>
    <dgm:cxn modelId="{5FF08A34-2A10-493C-A918-FB57A5861994}" type="presOf" srcId="{3F0A79B1-AE6C-41EF-A31A-E036946ABFD6}" destId="{8E4068CF-E61A-4A9D-96C4-E6FEA3990789}" srcOrd="0" destOrd="0" presId="urn:microsoft.com/office/officeart/2016/7/layout/BasicLinearProcessNumbered"/>
    <dgm:cxn modelId="{01F58F34-F673-4D7B-971D-9A575CC7BC91}" type="presOf" srcId="{A2574EAA-E533-4264-84AF-8C7E0FC5C93E}" destId="{3ED53A3B-A7CA-4047-9673-D72024EDFD52}" srcOrd="0" destOrd="0" presId="urn:microsoft.com/office/officeart/2016/7/layout/BasicLinearProcessNumbered"/>
    <dgm:cxn modelId="{2CAA3735-9744-4FAA-A614-E2BEF5610B23}" type="presOf" srcId="{5154529D-B939-4729-AACB-850EC5C7BB6F}" destId="{FA87F93D-F26C-4410-A43E-757962A5CCD5}" srcOrd="0" destOrd="0" presId="urn:microsoft.com/office/officeart/2016/7/layout/BasicLinearProcessNumbered"/>
    <dgm:cxn modelId="{F26C4F6B-6242-4607-BC71-D032E4A146BA}" type="presOf" srcId="{BB9B1692-7C9C-414C-B5F2-37561DE8092A}" destId="{C630EE85-1D82-449D-A3FF-F9D341E97B55}" srcOrd="0" destOrd="0" presId="urn:microsoft.com/office/officeart/2016/7/layout/BasicLinearProcessNumbered"/>
    <dgm:cxn modelId="{97EFBD50-C81D-4074-B5D5-A97097A1B9E6}" srcId="{5154529D-B939-4729-AACB-850EC5C7BB6F}" destId="{A2574EAA-E533-4264-84AF-8C7E0FC5C93E}" srcOrd="4" destOrd="0" parTransId="{24C560A3-6F15-4FE4-A7AD-8DF76C3C063D}" sibTransId="{3F0A79B1-AE6C-41EF-A31A-E036946ABFD6}"/>
    <dgm:cxn modelId="{A679F150-B6C3-40BA-A606-57BA36C00069}" srcId="{5154529D-B939-4729-AACB-850EC5C7BB6F}" destId="{BB9B1692-7C9C-414C-B5F2-37561DE8092A}" srcOrd="2" destOrd="0" parTransId="{150A6936-CD79-4438-9BF2-60EB4A70E2EE}" sibTransId="{57999D82-DBF1-435E-8C2F-44150593D6D4}"/>
    <dgm:cxn modelId="{8FA80481-1EE1-4175-BBED-30CDD5F71E17}" type="presOf" srcId="{A3415D7D-34A7-489F-82F2-B371AA9EE06C}" destId="{6DC6C0E6-422B-47E6-8FB2-24D35B08035B}" srcOrd="1" destOrd="0" presId="urn:microsoft.com/office/officeart/2016/7/layout/BasicLinearProcessNumbered"/>
    <dgm:cxn modelId="{E1203087-45F2-4947-A62D-09CA713C3AA5}" type="presOf" srcId="{447D20E1-5031-4AA8-B8A5-DD1CA0F4B9CA}" destId="{B95A1C9A-1B51-4EFE-B075-72010EBDEF32}" srcOrd="0" destOrd="0" presId="urn:microsoft.com/office/officeart/2016/7/layout/BasicLinearProcessNumbered"/>
    <dgm:cxn modelId="{B4441999-560B-4057-8C5B-2F389C12D906}" type="presOf" srcId="{867006D4-96DB-41A4-8A88-4680D7D17DAD}" destId="{A8159F48-8476-4A9F-A1D2-452C3BE88DE0}" srcOrd="0" destOrd="0" presId="urn:microsoft.com/office/officeart/2016/7/layout/BasicLinearProcessNumbered"/>
    <dgm:cxn modelId="{93DAAE99-398E-47E3-A1FD-A39AFA672637}" srcId="{5154529D-B939-4729-AACB-850EC5C7BB6F}" destId="{A3415D7D-34A7-489F-82F2-B371AA9EE06C}" srcOrd="3" destOrd="0" parTransId="{B261C597-B480-450D-8634-CA843F71A92C}" sibTransId="{55ACD42D-F1DC-4C8D-8AD2-1DCBC0948341}"/>
    <dgm:cxn modelId="{44A26D9A-154B-4099-9B30-DCE4F92A1462}" type="presOf" srcId="{B6916861-3302-4A12-8526-67B06C2DDD87}" destId="{25544477-D43F-48C2-9989-C695D1CCA12E}" srcOrd="1" destOrd="0" presId="urn:microsoft.com/office/officeart/2016/7/layout/BasicLinearProcessNumbered"/>
    <dgm:cxn modelId="{427B01A4-494D-4138-A4F3-A5A64EB908D8}" type="presOf" srcId="{BB9B1692-7C9C-414C-B5F2-37561DE8092A}" destId="{959C9DB6-BFC4-4D82-9785-F49CE705A27A}" srcOrd="1" destOrd="0" presId="urn:microsoft.com/office/officeart/2016/7/layout/BasicLinearProcessNumbered"/>
    <dgm:cxn modelId="{F41F03A7-0CBB-4CBD-8C48-26A02A8B42C5}" type="presOf" srcId="{57999D82-DBF1-435E-8C2F-44150593D6D4}" destId="{C709B3C2-40E8-4EAD-AA08-0AEC54AFAAEB}" srcOrd="0" destOrd="0" presId="urn:microsoft.com/office/officeart/2016/7/layout/BasicLinearProcessNumbered"/>
    <dgm:cxn modelId="{935575BB-3E5C-4DFB-B9B7-2F22C9480484}" type="presOf" srcId="{A3415D7D-34A7-489F-82F2-B371AA9EE06C}" destId="{B21974E1-0E38-4A66-BDF5-39261A334839}" srcOrd="0" destOrd="0" presId="urn:microsoft.com/office/officeart/2016/7/layout/BasicLinearProcessNumbered"/>
    <dgm:cxn modelId="{00C29ADD-B6B1-4A33-BE17-C1D149A502DC}" type="presOf" srcId="{1D8B8534-6393-42F8-856E-DF2E52AB92F7}" destId="{4D9747B0-4169-4C70-B4A5-7E0EA5E2A3E7}" srcOrd="0" destOrd="0" presId="urn:microsoft.com/office/officeart/2016/7/layout/BasicLinearProcessNumbered"/>
    <dgm:cxn modelId="{F9AE89DE-04D2-4858-BEC9-DA2A8AE7D5AA}" type="presOf" srcId="{A2574EAA-E533-4264-84AF-8C7E0FC5C93E}" destId="{BEA46E47-B377-44EC-9248-9C203ABA8F40}" srcOrd="1" destOrd="0" presId="urn:microsoft.com/office/officeart/2016/7/layout/BasicLinearProcessNumbered"/>
    <dgm:cxn modelId="{FFE01EE2-50BA-4B3A-A6D2-27CF2A00CCEE}" type="presParOf" srcId="{FA87F93D-F26C-4410-A43E-757962A5CCD5}" destId="{6DF93CEF-4FFF-4A94-B55C-AA1DBDD77139}" srcOrd="0" destOrd="0" presId="urn:microsoft.com/office/officeart/2016/7/layout/BasicLinearProcessNumbered"/>
    <dgm:cxn modelId="{B6706AA9-2162-4C32-BAAE-9F5EEE96B753}" type="presParOf" srcId="{6DF93CEF-4FFF-4A94-B55C-AA1DBDD77139}" destId="{A5C5AE25-3722-4A88-AA98-E9C98DF258F2}" srcOrd="0" destOrd="0" presId="urn:microsoft.com/office/officeart/2016/7/layout/BasicLinearProcessNumbered"/>
    <dgm:cxn modelId="{E1FA9782-3272-4742-AFC1-109EF2ED8CB5}" type="presParOf" srcId="{6DF93CEF-4FFF-4A94-B55C-AA1DBDD77139}" destId="{A8159F48-8476-4A9F-A1D2-452C3BE88DE0}" srcOrd="1" destOrd="0" presId="urn:microsoft.com/office/officeart/2016/7/layout/BasicLinearProcessNumbered"/>
    <dgm:cxn modelId="{51681CB7-1E84-41C8-8A2F-9C366E3C19C6}" type="presParOf" srcId="{6DF93CEF-4FFF-4A94-B55C-AA1DBDD77139}" destId="{4695B825-A610-4FE9-8A38-9FB381F6F1A8}" srcOrd="2" destOrd="0" presId="urn:microsoft.com/office/officeart/2016/7/layout/BasicLinearProcessNumbered"/>
    <dgm:cxn modelId="{5E34E5ED-1175-441A-BFB2-5E69FF3F75A8}" type="presParOf" srcId="{6DF93CEF-4FFF-4A94-B55C-AA1DBDD77139}" destId="{25544477-D43F-48C2-9989-C695D1CCA12E}" srcOrd="3" destOrd="0" presId="urn:microsoft.com/office/officeart/2016/7/layout/BasicLinearProcessNumbered"/>
    <dgm:cxn modelId="{79C11DEE-2078-4849-A690-7D070FB4077A}" type="presParOf" srcId="{FA87F93D-F26C-4410-A43E-757962A5CCD5}" destId="{09E93962-48CF-46E1-8D86-189FD86529E3}" srcOrd="1" destOrd="0" presId="urn:microsoft.com/office/officeart/2016/7/layout/BasicLinearProcessNumbered"/>
    <dgm:cxn modelId="{5E4FF48D-211A-4B3B-AA93-EB0858A629E2}" type="presParOf" srcId="{FA87F93D-F26C-4410-A43E-757962A5CCD5}" destId="{84D9EA78-4D35-410D-A20C-312B30C83F76}" srcOrd="2" destOrd="0" presId="urn:microsoft.com/office/officeart/2016/7/layout/BasicLinearProcessNumbered"/>
    <dgm:cxn modelId="{7055A6C2-AF60-4D48-9A7E-6503DA3773A2}" type="presParOf" srcId="{84D9EA78-4D35-410D-A20C-312B30C83F76}" destId="{B95A1C9A-1B51-4EFE-B075-72010EBDEF32}" srcOrd="0" destOrd="0" presId="urn:microsoft.com/office/officeart/2016/7/layout/BasicLinearProcessNumbered"/>
    <dgm:cxn modelId="{0B7A4F13-9F6C-4C32-B95B-2602620FEE75}" type="presParOf" srcId="{84D9EA78-4D35-410D-A20C-312B30C83F76}" destId="{4D9747B0-4169-4C70-B4A5-7E0EA5E2A3E7}" srcOrd="1" destOrd="0" presId="urn:microsoft.com/office/officeart/2016/7/layout/BasicLinearProcessNumbered"/>
    <dgm:cxn modelId="{AFF54CCA-9784-4B2C-B294-0BBB36C9BDA6}" type="presParOf" srcId="{84D9EA78-4D35-410D-A20C-312B30C83F76}" destId="{F3C3D8A9-B6C1-4B52-AF13-B182525DD49B}" srcOrd="2" destOrd="0" presId="urn:microsoft.com/office/officeart/2016/7/layout/BasicLinearProcessNumbered"/>
    <dgm:cxn modelId="{51EFA7F2-7685-4BE3-B389-8EF2D44347E2}" type="presParOf" srcId="{84D9EA78-4D35-410D-A20C-312B30C83F76}" destId="{C37764ED-F518-4251-BE20-DAB06571DC65}" srcOrd="3" destOrd="0" presId="urn:microsoft.com/office/officeart/2016/7/layout/BasicLinearProcessNumbered"/>
    <dgm:cxn modelId="{F6D63F13-AFE3-4587-AF60-D2FD6AAAECC0}" type="presParOf" srcId="{FA87F93D-F26C-4410-A43E-757962A5CCD5}" destId="{E9DF0426-4D81-40A4-A6A1-2CB2C4E3CED0}" srcOrd="3" destOrd="0" presId="urn:microsoft.com/office/officeart/2016/7/layout/BasicLinearProcessNumbered"/>
    <dgm:cxn modelId="{D7B6F467-9481-4C82-A834-A8FCBE8A9C07}" type="presParOf" srcId="{FA87F93D-F26C-4410-A43E-757962A5CCD5}" destId="{781148D0-F3D3-4594-A3B0-C1E88405C324}" srcOrd="4" destOrd="0" presId="urn:microsoft.com/office/officeart/2016/7/layout/BasicLinearProcessNumbered"/>
    <dgm:cxn modelId="{503DFF93-359B-4B06-9692-1875E4D0CD3B}" type="presParOf" srcId="{781148D0-F3D3-4594-A3B0-C1E88405C324}" destId="{C630EE85-1D82-449D-A3FF-F9D341E97B55}" srcOrd="0" destOrd="0" presId="urn:microsoft.com/office/officeart/2016/7/layout/BasicLinearProcessNumbered"/>
    <dgm:cxn modelId="{F94281C7-7C74-4BC1-9232-F8B17585CF1C}" type="presParOf" srcId="{781148D0-F3D3-4594-A3B0-C1E88405C324}" destId="{C709B3C2-40E8-4EAD-AA08-0AEC54AFAAEB}" srcOrd="1" destOrd="0" presId="urn:microsoft.com/office/officeart/2016/7/layout/BasicLinearProcessNumbered"/>
    <dgm:cxn modelId="{46ED9B46-ACEE-4152-AFC8-7A7C3CE22C35}" type="presParOf" srcId="{781148D0-F3D3-4594-A3B0-C1E88405C324}" destId="{8529721C-B738-4A53-95FA-1D907D30643E}" srcOrd="2" destOrd="0" presId="urn:microsoft.com/office/officeart/2016/7/layout/BasicLinearProcessNumbered"/>
    <dgm:cxn modelId="{AB10D6C1-DB76-4735-99D2-450E42CDEC3A}" type="presParOf" srcId="{781148D0-F3D3-4594-A3B0-C1E88405C324}" destId="{959C9DB6-BFC4-4D82-9785-F49CE705A27A}" srcOrd="3" destOrd="0" presId="urn:microsoft.com/office/officeart/2016/7/layout/BasicLinearProcessNumbered"/>
    <dgm:cxn modelId="{2736429B-C490-490A-9196-D49614DF5818}" type="presParOf" srcId="{FA87F93D-F26C-4410-A43E-757962A5CCD5}" destId="{80C12E00-5294-43B2-AEDB-E7D6E34811C3}" srcOrd="5" destOrd="0" presId="urn:microsoft.com/office/officeart/2016/7/layout/BasicLinearProcessNumbered"/>
    <dgm:cxn modelId="{72D98C94-6B2B-4E76-AFDB-C8ABA824E2F6}" type="presParOf" srcId="{FA87F93D-F26C-4410-A43E-757962A5CCD5}" destId="{6095511C-4D26-4782-BDC7-92059A77E751}" srcOrd="6" destOrd="0" presId="urn:microsoft.com/office/officeart/2016/7/layout/BasicLinearProcessNumbered"/>
    <dgm:cxn modelId="{31CC1C83-1298-4FBB-943B-3596E2056FF6}" type="presParOf" srcId="{6095511C-4D26-4782-BDC7-92059A77E751}" destId="{B21974E1-0E38-4A66-BDF5-39261A334839}" srcOrd="0" destOrd="0" presId="urn:microsoft.com/office/officeart/2016/7/layout/BasicLinearProcessNumbered"/>
    <dgm:cxn modelId="{DB9E5C71-F13D-4DB9-9256-F589F31EB621}" type="presParOf" srcId="{6095511C-4D26-4782-BDC7-92059A77E751}" destId="{F1FA1AAC-BFC1-4660-84A3-C7CB30BCFA19}" srcOrd="1" destOrd="0" presId="urn:microsoft.com/office/officeart/2016/7/layout/BasicLinearProcessNumbered"/>
    <dgm:cxn modelId="{D76D3E48-37C1-4F91-8E2D-59104E6F7DE4}" type="presParOf" srcId="{6095511C-4D26-4782-BDC7-92059A77E751}" destId="{73C52F00-F665-40AE-A4E9-9C6AC853498D}" srcOrd="2" destOrd="0" presId="urn:microsoft.com/office/officeart/2016/7/layout/BasicLinearProcessNumbered"/>
    <dgm:cxn modelId="{7186F0F3-DD6F-4631-A148-A0E9BACE0C7B}" type="presParOf" srcId="{6095511C-4D26-4782-BDC7-92059A77E751}" destId="{6DC6C0E6-422B-47E6-8FB2-24D35B08035B}" srcOrd="3" destOrd="0" presId="urn:microsoft.com/office/officeart/2016/7/layout/BasicLinearProcessNumbered"/>
    <dgm:cxn modelId="{3EF74364-A73E-4C45-8DFE-7E3B12340C55}" type="presParOf" srcId="{FA87F93D-F26C-4410-A43E-757962A5CCD5}" destId="{37ABEC9D-EC66-45B6-B239-280E7607BF0C}" srcOrd="7" destOrd="0" presId="urn:microsoft.com/office/officeart/2016/7/layout/BasicLinearProcessNumbered"/>
    <dgm:cxn modelId="{E40C3338-F09C-4FDE-9965-3B7803C765EA}" type="presParOf" srcId="{FA87F93D-F26C-4410-A43E-757962A5CCD5}" destId="{882DF990-D5C2-4144-8C96-AF86AC309F06}" srcOrd="8" destOrd="0" presId="urn:microsoft.com/office/officeart/2016/7/layout/BasicLinearProcessNumbered"/>
    <dgm:cxn modelId="{C6ED904E-5FDE-4238-ACB7-71182E8470C0}" type="presParOf" srcId="{882DF990-D5C2-4144-8C96-AF86AC309F06}" destId="{3ED53A3B-A7CA-4047-9673-D72024EDFD52}" srcOrd="0" destOrd="0" presId="urn:microsoft.com/office/officeart/2016/7/layout/BasicLinearProcessNumbered"/>
    <dgm:cxn modelId="{9DA8460C-F5AF-4EF6-AF3A-84F62739260D}" type="presParOf" srcId="{882DF990-D5C2-4144-8C96-AF86AC309F06}" destId="{8E4068CF-E61A-4A9D-96C4-E6FEA3990789}" srcOrd="1" destOrd="0" presId="urn:microsoft.com/office/officeart/2016/7/layout/BasicLinearProcessNumbered"/>
    <dgm:cxn modelId="{BF702440-611B-477E-B0C5-D97557C3F6A3}" type="presParOf" srcId="{882DF990-D5C2-4144-8C96-AF86AC309F06}" destId="{A71783BB-8DE5-4353-B896-4B2B6EB24D88}" srcOrd="2" destOrd="0" presId="urn:microsoft.com/office/officeart/2016/7/layout/BasicLinearProcessNumbered"/>
    <dgm:cxn modelId="{951C8F43-3F32-40B2-A09C-C116E53F863E}" type="presParOf" srcId="{882DF990-D5C2-4144-8C96-AF86AC309F06}" destId="{BEA46E47-B377-44EC-9248-9C203ABA8F40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286711-D48C-4F7F-A642-CB582BB5A5B8}">
      <dsp:nvSpPr>
        <dsp:cNvPr id="0" name=""/>
        <dsp:cNvSpPr/>
      </dsp:nvSpPr>
      <dsp:spPr>
        <a:xfrm>
          <a:off x="235727" y="558450"/>
          <a:ext cx="1347988" cy="13479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9AB5B7-ECAD-4197-9CA0-5C574AFE147E}">
      <dsp:nvSpPr>
        <dsp:cNvPr id="0" name=""/>
        <dsp:cNvSpPr/>
      </dsp:nvSpPr>
      <dsp:spPr>
        <a:xfrm>
          <a:off x="518804" y="841527"/>
          <a:ext cx="781833" cy="7818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672BF1-2299-4E70-8567-ECCF0F7773A4}">
      <dsp:nvSpPr>
        <dsp:cNvPr id="0" name=""/>
        <dsp:cNvSpPr/>
      </dsp:nvSpPr>
      <dsp:spPr>
        <a:xfrm>
          <a:off x="1872569" y="558450"/>
          <a:ext cx="3177400" cy="1347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Over 5 billion users worldwide</a:t>
          </a:r>
        </a:p>
      </dsp:txBody>
      <dsp:txXfrm>
        <a:off x="1872569" y="558450"/>
        <a:ext cx="3177400" cy="1347988"/>
      </dsp:txXfrm>
    </dsp:sp>
    <dsp:sp modelId="{6FDEB304-4ACA-45B2-9C92-C39BD5304173}">
      <dsp:nvSpPr>
        <dsp:cNvPr id="0" name=""/>
        <dsp:cNvSpPr/>
      </dsp:nvSpPr>
      <dsp:spPr>
        <a:xfrm>
          <a:off x="5603608" y="558450"/>
          <a:ext cx="1347988" cy="13479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3CC55C-2265-4F61-8659-FA9D335E7017}">
      <dsp:nvSpPr>
        <dsp:cNvPr id="0" name=""/>
        <dsp:cNvSpPr/>
      </dsp:nvSpPr>
      <dsp:spPr>
        <a:xfrm>
          <a:off x="5886686" y="841527"/>
          <a:ext cx="781833" cy="7818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F82F70-98DB-4CC6-BE30-DD3C556C59C1}">
      <dsp:nvSpPr>
        <dsp:cNvPr id="0" name=""/>
        <dsp:cNvSpPr/>
      </dsp:nvSpPr>
      <dsp:spPr>
        <a:xfrm>
          <a:off x="7240451" y="558450"/>
          <a:ext cx="3177400" cy="1347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Platforms: Instagram, TikTok, YouTube, X, Facebook</a:t>
          </a:r>
        </a:p>
      </dsp:txBody>
      <dsp:txXfrm>
        <a:off x="7240451" y="558450"/>
        <a:ext cx="3177400" cy="1347988"/>
      </dsp:txXfrm>
    </dsp:sp>
    <dsp:sp modelId="{21C8687E-71D6-4781-9503-B1ABC12BD817}">
      <dsp:nvSpPr>
        <dsp:cNvPr id="0" name=""/>
        <dsp:cNvSpPr/>
      </dsp:nvSpPr>
      <dsp:spPr>
        <a:xfrm>
          <a:off x="235727" y="2687389"/>
          <a:ext cx="1347988" cy="13479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A764C6-DA3E-4F4E-AA6B-361A1EC2323A}">
      <dsp:nvSpPr>
        <dsp:cNvPr id="0" name=""/>
        <dsp:cNvSpPr/>
      </dsp:nvSpPr>
      <dsp:spPr>
        <a:xfrm>
          <a:off x="518804" y="2970466"/>
          <a:ext cx="781833" cy="7818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DD2EE-ED07-4A81-839B-8E486951A9E6}">
      <dsp:nvSpPr>
        <dsp:cNvPr id="0" name=""/>
        <dsp:cNvSpPr/>
      </dsp:nvSpPr>
      <dsp:spPr>
        <a:xfrm>
          <a:off x="1872569" y="2687389"/>
          <a:ext cx="3177400" cy="1347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Instant access to information (and misinformation)</a:t>
          </a:r>
        </a:p>
      </dsp:txBody>
      <dsp:txXfrm>
        <a:off x="1872569" y="2687389"/>
        <a:ext cx="3177400" cy="1347988"/>
      </dsp:txXfrm>
    </dsp:sp>
    <dsp:sp modelId="{67060D3B-B06E-4E52-866F-BDDE337162B0}">
      <dsp:nvSpPr>
        <dsp:cNvPr id="0" name=""/>
        <dsp:cNvSpPr/>
      </dsp:nvSpPr>
      <dsp:spPr>
        <a:xfrm>
          <a:off x="5603608" y="2687389"/>
          <a:ext cx="1347988" cy="13479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028CE9-BF6C-4C6F-8F09-3CCEA670E583}">
      <dsp:nvSpPr>
        <dsp:cNvPr id="0" name=""/>
        <dsp:cNvSpPr/>
      </dsp:nvSpPr>
      <dsp:spPr>
        <a:xfrm>
          <a:off x="5886686" y="2970466"/>
          <a:ext cx="781833" cy="78183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F6B1C7-E6B9-468B-B5BE-864C11B16854}">
      <dsp:nvSpPr>
        <dsp:cNvPr id="0" name=""/>
        <dsp:cNvSpPr/>
      </dsp:nvSpPr>
      <dsp:spPr>
        <a:xfrm>
          <a:off x="7240451" y="2687389"/>
          <a:ext cx="3177400" cy="1347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Creates new social norms</a:t>
          </a:r>
        </a:p>
      </dsp:txBody>
      <dsp:txXfrm>
        <a:off x="7240451" y="2687389"/>
        <a:ext cx="3177400" cy="13479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936256-C72D-447F-ABD0-B79747E4C0E6}">
      <dsp:nvSpPr>
        <dsp:cNvPr id="0" name=""/>
        <dsp:cNvSpPr/>
      </dsp:nvSpPr>
      <dsp:spPr>
        <a:xfrm>
          <a:off x="504160" y="0"/>
          <a:ext cx="3218688" cy="3218688"/>
        </a:xfrm>
        <a:prstGeom prst="diamond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C3AE137-2C6F-4182-A69D-3755DD932428}">
      <dsp:nvSpPr>
        <dsp:cNvPr id="0" name=""/>
        <dsp:cNvSpPr/>
      </dsp:nvSpPr>
      <dsp:spPr>
        <a:xfrm>
          <a:off x="809936" y="305775"/>
          <a:ext cx="1255288" cy="125528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Community building</a:t>
          </a:r>
        </a:p>
      </dsp:txBody>
      <dsp:txXfrm>
        <a:off x="871214" y="367053"/>
        <a:ext cx="1132732" cy="1132732"/>
      </dsp:txXfrm>
    </dsp:sp>
    <dsp:sp modelId="{4FAA89F1-DAC9-489A-9C37-47F39C7220CE}">
      <dsp:nvSpPr>
        <dsp:cNvPr id="0" name=""/>
        <dsp:cNvSpPr/>
      </dsp:nvSpPr>
      <dsp:spPr>
        <a:xfrm>
          <a:off x="2161785" y="305775"/>
          <a:ext cx="1255288" cy="125528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Educational content</a:t>
          </a:r>
        </a:p>
      </dsp:txBody>
      <dsp:txXfrm>
        <a:off x="2223063" y="367053"/>
        <a:ext cx="1132732" cy="1132732"/>
      </dsp:txXfrm>
    </dsp:sp>
    <dsp:sp modelId="{220D55AF-4624-46A8-AB1A-40ECD8C95B45}">
      <dsp:nvSpPr>
        <dsp:cNvPr id="0" name=""/>
        <dsp:cNvSpPr/>
      </dsp:nvSpPr>
      <dsp:spPr>
        <a:xfrm>
          <a:off x="809936" y="1657624"/>
          <a:ext cx="1255288" cy="125528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Awareness of social issues</a:t>
          </a:r>
        </a:p>
      </dsp:txBody>
      <dsp:txXfrm>
        <a:off x="871214" y="1718902"/>
        <a:ext cx="1132732" cy="1132732"/>
      </dsp:txXfrm>
    </dsp:sp>
    <dsp:sp modelId="{5EC0D4A9-C8FA-4DCC-9090-EBEAE9D86853}">
      <dsp:nvSpPr>
        <dsp:cNvPr id="0" name=""/>
        <dsp:cNvSpPr/>
      </dsp:nvSpPr>
      <dsp:spPr>
        <a:xfrm>
          <a:off x="2161785" y="1657624"/>
          <a:ext cx="1255288" cy="125528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Creative expression</a:t>
          </a:r>
        </a:p>
      </dsp:txBody>
      <dsp:txXfrm>
        <a:off x="2223063" y="1718902"/>
        <a:ext cx="1132732" cy="11327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C5AE25-3722-4A88-AA98-E9C98DF258F2}">
      <dsp:nvSpPr>
        <dsp:cNvPr id="0" name=""/>
        <dsp:cNvSpPr/>
      </dsp:nvSpPr>
      <dsp:spPr>
        <a:xfrm>
          <a:off x="3532" y="694363"/>
          <a:ext cx="1912645" cy="26777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17" tIns="330200" rIns="14911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Check information sources</a:t>
          </a:r>
        </a:p>
      </dsp:txBody>
      <dsp:txXfrm>
        <a:off x="3532" y="1711891"/>
        <a:ext cx="1912645" cy="1606622"/>
      </dsp:txXfrm>
    </dsp:sp>
    <dsp:sp modelId="{A8159F48-8476-4A9F-A1D2-452C3BE88DE0}">
      <dsp:nvSpPr>
        <dsp:cNvPr id="0" name=""/>
        <dsp:cNvSpPr/>
      </dsp:nvSpPr>
      <dsp:spPr>
        <a:xfrm>
          <a:off x="558199" y="962134"/>
          <a:ext cx="803311" cy="8033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29" tIns="12700" rIns="62629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1</a:t>
          </a:r>
        </a:p>
      </dsp:txBody>
      <dsp:txXfrm>
        <a:off x="675841" y="1079776"/>
        <a:ext cx="568027" cy="568027"/>
      </dsp:txXfrm>
    </dsp:sp>
    <dsp:sp modelId="{4695B825-A610-4FE9-8A38-9FB381F6F1A8}">
      <dsp:nvSpPr>
        <dsp:cNvPr id="0" name=""/>
        <dsp:cNvSpPr/>
      </dsp:nvSpPr>
      <dsp:spPr>
        <a:xfrm>
          <a:off x="3532" y="3371995"/>
          <a:ext cx="191264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A1C9A-1B51-4EFE-B075-72010EBDEF32}">
      <dsp:nvSpPr>
        <dsp:cNvPr id="0" name=""/>
        <dsp:cNvSpPr/>
      </dsp:nvSpPr>
      <dsp:spPr>
        <a:xfrm>
          <a:off x="2107442" y="694363"/>
          <a:ext cx="1912645" cy="26777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17" tIns="330200" rIns="14911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Limit screen time</a:t>
          </a:r>
        </a:p>
      </dsp:txBody>
      <dsp:txXfrm>
        <a:off x="2107442" y="1711891"/>
        <a:ext cx="1912645" cy="1606622"/>
      </dsp:txXfrm>
    </dsp:sp>
    <dsp:sp modelId="{4D9747B0-4169-4C70-B4A5-7E0EA5E2A3E7}">
      <dsp:nvSpPr>
        <dsp:cNvPr id="0" name=""/>
        <dsp:cNvSpPr/>
      </dsp:nvSpPr>
      <dsp:spPr>
        <a:xfrm>
          <a:off x="2662109" y="962134"/>
          <a:ext cx="803311" cy="8033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29" tIns="12700" rIns="62629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2</a:t>
          </a:r>
        </a:p>
      </dsp:txBody>
      <dsp:txXfrm>
        <a:off x="2779751" y="1079776"/>
        <a:ext cx="568027" cy="568027"/>
      </dsp:txXfrm>
    </dsp:sp>
    <dsp:sp modelId="{F3C3D8A9-B6C1-4B52-AF13-B182525DD49B}">
      <dsp:nvSpPr>
        <dsp:cNvPr id="0" name=""/>
        <dsp:cNvSpPr/>
      </dsp:nvSpPr>
      <dsp:spPr>
        <a:xfrm>
          <a:off x="2107442" y="3371995"/>
          <a:ext cx="191264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30EE85-1D82-449D-A3FF-F9D341E97B55}">
      <dsp:nvSpPr>
        <dsp:cNvPr id="0" name=""/>
        <dsp:cNvSpPr/>
      </dsp:nvSpPr>
      <dsp:spPr>
        <a:xfrm>
          <a:off x="4211352" y="694363"/>
          <a:ext cx="1912645" cy="26777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17" tIns="330200" rIns="14911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Understand algorithm influence</a:t>
          </a:r>
        </a:p>
      </dsp:txBody>
      <dsp:txXfrm>
        <a:off x="4211352" y="1711891"/>
        <a:ext cx="1912645" cy="1606622"/>
      </dsp:txXfrm>
    </dsp:sp>
    <dsp:sp modelId="{C709B3C2-40E8-4EAD-AA08-0AEC54AFAAEB}">
      <dsp:nvSpPr>
        <dsp:cNvPr id="0" name=""/>
        <dsp:cNvSpPr/>
      </dsp:nvSpPr>
      <dsp:spPr>
        <a:xfrm>
          <a:off x="4766019" y="962134"/>
          <a:ext cx="803311" cy="8033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29" tIns="12700" rIns="62629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3</a:t>
          </a:r>
        </a:p>
      </dsp:txBody>
      <dsp:txXfrm>
        <a:off x="4883661" y="1079776"/>
        <a:ext cx="568027" cy="568027"/>
      </dsp:txXfrm>
    </dsp:sp>
    <dsp:sp modelId="{8529721C-B738-4A53-95FA-1D907D30643E}">
      <dsp:nvSpPr>
        <dsp:cNvPr id="0" name=""/>
        <dsp:cNvSpPr/>
      </dsp:nvSpPr>
      <dsp:spPr>
        <a:xfrm>
          <a:off x="4211352" y="3371995"/>
          <a:ext cx="191264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1974E1-0E38-4A66-BDF5-39261A334839}">
      <dsp:nvSpPr>
        <dsp:cNvPr id="0" name=""/>
        <dsp:cNvSpPr/>
      </dsp:nvSpPr>
      <dsp:spPr>
        <a:xfrm>
          <a:off x="6315262" y="694363"/>
          <a:ext cx="1912645" cy="26777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17" tIns="330200" rIns="14911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Protect personal data</a:t>
          </a:r>
        </a:p>
      </dsp:txBody>
      <dsp:txXfrm>
        <a:off x="6315262" y="1711891"/>
        <a:ext cx="1912645" cy="1606622"/>
      </dsp:txXfrm>
    </dsp:sp>
    <dsp:sp modelId="{F1FA1AAC-BFC1-4660-84A3-C7CB30BCFA19}">
      <dsp:nvSpPr>
        <dsp:cNvPr id="0" name=""/>
        <dsp:cNvSpPr/>
      </dsp:nvSpPr>
      <dsp:spPr>
        <a:xfrm>
          <a:off x="6869929" y="962134"/>
          <a:ext cx="803311" cy="8033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29" tIns="12700" rIns="62629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4</a:t>
          </a:r>
        </a:p>
      </dsp:txBody>
      <dsp:txXfrm>
        <a:off x="6987571" y="1079776"/>
        <a:ext cx="568027" cy="568027"/>
      </dsp:txXfrm>
    </dsp:sp>
    <dsp:sp modelId="{73C52F00-F665-40AE-A4E9-9C6AC853498D}">
      <dsp:nvSpPr>
        <dsp:cNvPr id="0" name=""/>
        <dsp:cNvSpPr/>
      </dsp:nvSpPr>
      <dsp:spPr>
        <a:xfrm>
          <a:off x="6315262" y="3371995"/>
          <a:ext cx="191264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D53A3B-A7CA-4047-9673-D72024EDFD52}">
      <dsp:nvSpPr>
        <dsp:cNvPr id="0" name=""/>
        <dsp:cNvSpPr/>
      </dsp:nvSpPr>
      <dsp:spPr>
        <a:xfrm>
          <a:off x="8419172" y="694363"/>
          <a:ext cx="1912645" cy="26777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17" tIns="330200" rIns="14911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Follow diverse accounts to reduce bias</a:t>
          </a:r>
        </a:p>
      </dsp:txBody>
      <dsp:txXfrm>
        <a:off x="8419172" y="1711891"/>
        <a:ext cx="1912645" cy="1606622"/>
      </dsp:txXfrm>
    </dsp:sp>
    <dsp:sp modelId="{8E4068CF-E61A-4A9D-96C4-E6FEA3990789}">
      <dsp:nvSpPr>
        <dsp:cNvPr id="0" name=""/>
        <dsp:cNvSpPr/>
      </dsp:nvSpPr>
      <dsp:spPr>
        <a:xfrm>
          <a:off x="8973839" y="962134"/>
          <a:ext cx="803311" cy="8033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29" tIns="12700" rIns="62629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5</a:t>
          </a:r>
        </a:p>
      </dsp:txBody>
      <dsp:txXfrm>
        <a:off x="9091481" y="1079776"/>
        <a:ext cx="568027" cy="568027"/>
      </dsp:txXfrm>
    </dsp:sp>
    <dsp:sp modelId="{A71783BB-8DE5-4353-B896-4B2B6EB24D88}">
      <dsp:nvSpPr>
        <dsp:cNvPr id="0" name=""/>
        <dsp:cNvSpPr/>
      </dsp:nvSpPr>
      <dsp:spPr>
        <a:xfrm>
          <a:off x="8419172" y="3371995"/>
          <a:ext cx="191264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340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9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25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47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39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75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933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03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36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24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21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16" r:id="rId6"/>
    <p:sldLayoutId id="2147483712" r:id="rId7"/>
    <p:sldLayoutId id="2147483713" r:id="rId8"/>
    <p:sldLayoutId id="2147483714" r:id="rId9"/>
    <p:sldLayoutId id="2147483715" r:id="rId10"/>
    <p:sldLayoutId id="214748371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13.jpeg"/><Relationship Id="rId7" Type="http://schemas.openxmlformats.org/officeDocument/2006/relationships/diagramLayout" Target="../diagrams/layout2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2.xml"/><Relationship Id="rId5" Type="http://schemas.openxmlformats.org/officeDocument/2006/relationships/image" Target="../media/image15.jpeg"/><Relationship Id="rId10" Type="http://schemas.microsoft.com/office/2007/relationships/diagramDrawing" Target="../diagrams/drawing2.xml"/><Relationship Id="rId4" Type="http://schemas.openxmlformats.org/officeDocument/2006/relationships/image" Target="../media/image14.jpeg"/><Relationship Id="rId9" Type="http://schemas.openxmlformats.org/officeDocument/2006/relationships/diagramColors" Target="../diagrams/colors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aaC57tcci0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>
                <a:solidFill>
                  <a:srgbClr val="FFFFFF"/>
                </a:solidFill>
              </a:rPr>
              <a:t>The Influential Behavior of Social Media and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8C1ED-CE97-3E7C-9597-8C7D0D29B4F0}"/>
              </a:ext>
            </a:extLst>
          </p:cNvPr>
          <p:cNvSpPr txBox="1"/>
          <p:nvPr/>
        </p:nvSpPr>
        <p:spPr>
          <a:xfrm>
            <a:off x="2301923" y="3793937"/>
            <a:ext cx="7588155" cy="141409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200">
                <a:solidFill>
                  <a:srgbClr val="FFFFFF"/>
                </a:solidFill>
              </a:rPr>
              <a:t>CSIT 100 - Course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7036E8-8CDE-4029-CEEE-0264FD564A43}"/>
              </a:ext>
            </a:extLst>
          </p:cNvPr>
          <p:cNvSpPr txBox="1"/>
          <p:nvPr/>
        </p:nvSpPr>
        <p:spPr>
          <a:xfrm>
            <a:off x="514513" y="2989384"/>
            <a:ext cx="27432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1500" b="1" dirty="0">
                <a:ea typeface="+mn-lt"/>
                <a:cs typeface="+mn-lt"/>
              </a:rPr>
              <a:t>Presented by:</a:t>
            </a:r>
            <a:endParaRPr lang="en-US" sz="1500"/>
          </a:p>
          <a:p>
            <a:pPr>
              <a:spcAft>
                <a:spcPts val="600"/>
              </a:spcAft>
            </a:pPr>
            <a:r>
              <a:rPr lang="en-US" dirty="0"/>
              <a:t>Cyarah Harris</a:t>
            </a:r>
            <a:br>
              <a:rPr lang="en-US" dirty="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CD9EC-F6FE-7238-BED8-82CE0D123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Purpose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B4F06-B1E7-5C6A-EF62-F3E77EC3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Social media and AI have become central to communication and decision-making.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They shape opinions, buying habits, emotions, and even identity.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This presentation explores </a:t>
            </a:r>
            <a:r>
              <a:rPr lang="en-US" sz="1800" i="1">
                <a:ea typeface="+mn-lt"/>
                <a:cs typeface="+mn-lt"/>
              </a:rPr>
              <a:t>how and why</a:t>
            </a:r>
            <a:r>
              <a:rPr lang="en-US" sz="1800">
                <a:ea typeface="+mn-lt"/>
                <a:cs typeface="+mn-lt"/>
              </a:rPr>
              <a:t> they influence human behavior.</a:t>
            </a:r>
            <a:endParaRPr lang="en-US" sz="1800"/>
          </a:p>
          <a:p>
            <a:endParaRPr lang="en-US" sz="1800"/>
          </a:p>
        </p:txBody>
      </p:sp>
      <p:pic>
        <p:nvPicPr>
          <p:cNvPr id="5" name="Picture 4" descr="Colorful carved figures of humans">
            <a:extLst>
              <a:ext uri="{FF2B5EF4-FFF2-40B4-BE49-F238E27FC236}">
                <a16:creationId xmlns:a16="http://schemas.microsoft.com/office/drawing/2014/main" id="{91B3D4A4-BE37-6182-88C3-879F960FF2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32" r="24419" b="-10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396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B1933-D95D-530D-790D-B52699FA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Social Media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D67EEA-ADC9-ADF2-B309-D890DB5DCB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0876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DE271AA-B13D-127B-31C2-070146FFF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C374C5-A910-FF5A-A06E-0F275D8BD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58" y="647275"/>
            <a:ext cx="5525763" cy="3542413"/>
          </a:xfrm>
        </p:spPr>
        <p:txBody>
          <a:bodyPr anchor="t">
            <a:normAutofit/>
          </a:bodyPr>
          <a:lstStyle/>
          <a:p>
            <a:r>
              <a:rPr lang="en-US" dirty="0"/>
              <a:t>How Social Media Influences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AE905-3B05-D06E-BAA9-1D34F9333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601" y="451360"/>
            <a:ext cx="5308961" cy="252460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Likes &amp; comments create </a:t>
            </a:r>
            <a:r>
              <a:rPr lang="en-US" b="1" dirty="0">
                <a:ea typeface="+mn-lt"/>
                <a:cs typeface="+mn-lt"/>
              </a:rPr>
              <a:t>reward cycles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Social comparison affects self-image</a:t>
            </a:r>
          </a:p>
          <a:p>
            <a:r>
              <a:rPr lang="en-US" dirty="0">
                <a:ea typeface="+mn-lt"/>
                <a:cs typeface="+mn-lt"/>
              </a:rPr>
              <a:t>Trends spread rapidly</a:t>
            </a:r>
          </a:p>
          <a:p>
            <a:r>
              <a:rPr lang="en-US" dirty="0">
                <a:ea typeface="+mn-lt"/>
                <a:cs typeface="+mn-lt"/>
              </a:rPr>
              <a:t>Peer influence is magnified online</a:t>
            </a:r>
          </a:p>
          <a:p>
            <a:endParaRPr lang="en-US" dirty="0"/>
          </a:p>
        </p:txBody>
      </p:sp>
      <p:pic>
        <p:nvPicPr>
          <p:cNvPr id="4" name="Picture 3" descr="Self-Concept in Psychology: Definition, Development, Theories">
            <a:extLst>
              <a:ext uri="{FF2B5EF4-FFF2-40B4-BE49-F238E27FC236}">
                <a16:creationId xmlns:a16="http://schemas.microsoft.com/office/drawing/2014/main" id="{2E22FC2E-044E-2B7E-E20B-B9553CC1F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71" y="2544106"/>
            <a:ext cx="3918270" cy="26555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E5F2EB-5E5B-6CDA-DBA8-6E79E8FD50E8}"/>
              </a:ext>
            </a:extLst>
          </p:cNvPr>
          <p:cNvSpPr txBox="1"/>
          <p:nvPr/>
        </p:nvSpPr>
        <p:spPr>
          <a:xfrm>
            <a:off x="331611" y="5552722"/>
            <a:ext cx="450708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Self-Concept in Psychology: Definition, Development, Theories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3402F8-3F9F-0CB4-EFF0-718614275C26}"/>
              </a:ext>
            </a:extLst>
          </p:cNvPr>
          <p:cNvSpPr txBox="1"/>
          <p:nvPr/>
        </p:nvSpPr>
        <p:spPr>
          <a:xfrm>
            <a:off x="4706056" y="3337276"/>
            <a:ext cx="727286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212121"/>
                </a:solidFill>
                <a:latin typeface="Merriweather"/>
              </a:rPr>
              <a:t>Self-concept is your overall view of yourself and who you are, including your beliefs, identity, and abilities.</a:t>
            </a:r>
            <a:endParaRPr lang="en-US"/>
          </a:p>
          <a:p>
            <a:r>
              <a:rPr lang="en-US" dirty="0">
                <a:solidFill>
                  <a:srgbClr val="212121"/>
                </a:solidFill>
                <a:latin typeface="Merriweather"/>
              </a:rPr>
              <a:t>It develops over time and can be influenced by experiences, relationships, culture, and feedback from others.</a:t>
            </a:r>
            <a:endParaRPr lang="en-US"/>
          </a:p>
          <a:p>
            <a:r>
              <a:rPr lang="en-US" dirty="0">
                <a:solidFill>
                  <a:srgbClr val="212121"/>
                </a:solidFill>
                <a:latin typeface="Merriweather"/>
              </a:rPr>
              <a:t>While self-concept tends to be fairly stable, you can improve yours through reflection, self-awareness, and effort.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45CAFD-5814-3AE7-7CA8-B2A02AF9A233}"/>
              </a:ext>
            </a:extLst>
          </p:cNvPr>
          <p:cNvSpPr txBox="1"/>
          <p:nvPr/>
        </p:nvSpPr>
        <p:spPr>
          <a:xfrm>
            <a:off x="2285999" y="5199944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Credits: Kendra Cherry</a:t>
            </a:r>
          </a:p>
        </p:txBody>
      </p:sp>
    </p:spTree>
    <p:extLst>
      <p:ext uri="{BB962C8B-B14F-4D97-AF65-F5344CB8AC3E}">
        <p14:creationId xmlns:p14="http://schemas.microsoft.com/office/powerpoint/2010/main" val="737086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863777E0-5BC9-E95F-7195-B1780F75B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156DF-45EE-683D-F8AA-CA51F9981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7696" y="1069848"/>
            <a:ext cx="4220120" cy="1353312"/>
          </a:xfrm>
        </p:spPr>
        <p:txBody>
          <a:bodyPr anchor="b">
            <a:normAutofit/>
          </a:bodyPr>
          <a:lstStyle/>
          <a:p>
            <a:r>
              <a:rPr lang="en-US" dirty="0"/>
              <a:t>Positive Influences</a:t>
            </a:r>
            <a:endParaRPr lang="en-US"/>
          </a:p>
        </p:txBody>
      </p:sp>
      <p:pic>
        <p:nvPicPr>
          <p:cNvPr id="36" name="Picture 35" descr="What Is Community Service &amp; What Are ...">
            <a:extLst>
              <a:ext uri="{FF2B5EF4-FFF2-40B4-BE49-F238E27FC236}">
                <a16:creationId xmlns:a16="http://schemas.microsoft.com/office/drawing/2014/main" id="{00AFADE6-D3EE-2967-878A-B5D05441F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23" y="1520592"/>
            <a:ext cx="2806158" cy="1843757"/>
          </a:xfrm>
          <a:prstGeom prst="rect">
            <a:avLst/>
          </a:prstGeom>
        </p:spPr>
      </p:pic>
      <p:pic>
        <p:nvPicPr>
          <p:cNvPr id="45" name="Picture 44" descr="Being creative | Feature | Law Gazette">
            <a:extLst>
              <a:ext uri="{FF2B5EF4-FFF2-40B4-BE49-F238E27FC236}">
                <a16:creationId xmlns:a16="http://schemas.microsoft.com/office/drawing/2014/main" id="{C113C483-FF8A-F7D8-DCB0-6AA691A92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388" y="1792900"/>
            <a:ext cx="2806158" cy="1571448"/>
          </a:xfrm>
          <a:prstGeom prst="rect">
            <a:avLst/>
          </a:prstGeom>
        </p:spPr>
      </p:pic>
      <p:pic>
        <p:nvPicPr>
          <p:cNvPr id="43" name="Picture 42" descr="Educational Content Development ...">
            <a:extLst>
              <a:ext uri="{FF2B5EF4-FFF2-40B4-BE49-F238E27FC236}">
                <a16:creationId xmlns:a16="http://schemas.microsoft.com/office/drawing/2014/main" id="{7AED96D9-5AC3-3D8C-6F5D-9F3453D6E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023" y="3586189"/>
            <a:ext cx="2806158" cy="1820482"/>
          </a:xfrm>
          <a:prstGeom prst="rect">
            <a:avLst/>
          </a:prstGeom>
        </p:spPr>
      </p:pic>
      <p:pic>
        <p:nvPicPr>
          <p:cNvPr id="44" name="Picture 43" descr="Essay on Social Issues Stand Out from ...">
            <a:extLst>
              <a:ext uri="{FF2B5EF4-FFF2-40B4-BE49-F238E27FC236}">
                <a16:creationId xmlns:a16="http://schemas.microsoft.com/office/drawing/2014/main" id="{31B6B4E9-65ED-D07D-6B24-EB0940CE66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2388" y="3586007"/>
            <a:ext cx="2806158" cy="1556904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7E026A-B479-59E3-C1B4-55E31CDCE9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6102173"/>
              </p:ext>
            </p:extLst>
          </p:nvPr>
        </p:nvGraphicFramePr>
        <p:xfrm>
          <a:off x="7257696" y="2505456"/>
          <a:ext cx="4227010" cy="3218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14DF83D8-4350-2E9B-ED35-D489C217ED1A}"/>
              </a:ext>
            </a:extLst>
          </p:cNvPr>
          <p:cNvSpPr txBox="1"/>
          <p:nvPr/>
        </p:nvSpPr>
        <p:spPr>
          <a:xfrm>
            <a:off x="783167" y="6053666"/>
            <a:ext cx="294075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" dirty="0">
                <a:ea typeface="+mn-lt"/>
                <a:cs typeface="+mn-lt"/>
              </a:rPr>
              <a:t>https://www.lawgazette.co.uk/wellbeing/being-creative/5105745.article</a:t>
            </a:r>
          </a:p>
        </p:txBody>
      </p:sp>
    </p:spTree>
    <p:extLst>
      <p:ext uri="{BB962C8B-B14F-4D97-AF65-F5344CB8AC3E}">
        <p14:creationId xmlns:p14="http://schemas.microsoft.com/office/powerpoint/2010/main" val="323506906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56F83-A525-A2D6-0CEE-37D3D7CE7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758" y="5469088"/>
            <a:ext cx="5968691" cy="6286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Netflix Documentary</a:t>
            </a: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012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E5B56F-9B0E-4B38-4C5E-D4BD8568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1527048"/>
          </a:xfrm>
        </p:spPr>
        <p:txBody>
          <a:bodyPr anchor="b">
            <a:normAutofit/>
          </a:bodyPr>
          <a:lstStyle/>
          <a:p>
            <a:r>
              <a:rPr lang="en-US" sz="3300" b="0">
                <a:ea typeface="+mj-lt"/>
                <a:cs typeface="+mj-lt"/>
              </a:rPr>
              <a:t>What is Artificial Intelligence?</a:t>
            </a:r>
            <a:endParaRPr lang="en-US" sz="3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3A812-09FD-626F-C50A-C933865FC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3553412" cy="41224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AI: systems that learn, predict, enhance, or automate tasks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Used in social media algorithms, recommendation systems, filters, and ads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Examples: ChatGPT, TikTok For You Page, Instagram Reels</a:t>
            </a:r>
            <a:endParaRPr lang="en-US" sz="1800"/>
          </a:p>
          <a:p>
            <a:endParaRPr lang="en-US" sz="1800"/>
          </a:p>
        </p:txBody>
      </p:sp>
      <p:pic>
        <p:nvPicPr>
          <p:cNvPr id="5" name="Picture 4" descr="Abstract background">
            <a:extLst>
              <a:ext uri="{FF2B5EF4-FFF2-40B4-BE49-F238E27FC236}">
                <a16:creationId xmlns:a16="http://schemas.microsoft.com/office/drawing/2014/main" id="{3563F541-2878-F276-7962-70837C46F3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85" r="5415" b="-2"/>
          <a:stretch>
            <a:fillRect/>
          </a:stretch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93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D31A8-5802-8064-3426-00BE3DE84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420" y="1387927"/>
            <a:ext cx="3212502" cy="1942773"/>
          </a:xfrm>
        </p:spPr>
        <p:txBody>
          <a:bodyPr anchor="b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AI Influence on Behavior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6FD930-2237-B056-4430-B9AA9C6CD7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59" r="34253" b="6250"/>
          <a:stretch>
            <a:fillRect/>
          </a:stretch>
        </p:blipFill>
        <p:spPr>
          <a:xfrm>
            <a:off x="20" y="10"/>
            <a:ext cx="7723393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BA914-4B67-2ADB-EAA5-99B592DD8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420" y="3412998"/>
            <a:ext cx="3212502" cy="276736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AI predicts what users want to see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Personalized feeds shape opinions &amp; interests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Influences consumer behavior (targeted ads)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>
                <a:ea typeface="+mn-lt"/>
                <a:cs typeface="+mn-lt"/>
              </a:rPr>
              <a:t>Reinforces existing beliefs (echo chambers)</a:t>
            </a:r>
            <a:endParaRPr lang="en-US" sz="1700"/>
          </a:p>
          <a:p>
            <a:pPr>
              <a:lnSpc>
                <a:spcPct val="110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849263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9511223-F73D-772B-6D44-F64267F3B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008A3A5-CFEE-6C46-1790-319CDA5C6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714C6B-9EC0-4A7A-4040-6DA14A780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396999"/>
            <a:ext cx="2786388" cy="2032001"/>
          </a:xfrm>
        </p:spPr>
        <p:txBody>
          <a:bodyPr anchor="t">
            <a:normAutofit/>
          </a:bodyPr>
          <a:lstStyle/>
          <a:p>
            <a:r>
              <a:rPr lang="en-US" sz="2800" b="0">
                <a:ea typeface="+mj-lt"/>
                <a:cs typeface="+mj-lt"/>
              </a:rPr>
              <a:t>AI &amp; Social Media Algorithms</a:t>
            </a: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2DD59-EC64-838E-00F8-247FC310F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0408" y="1483360"/>
            <a:ext cx="7013171" cy="44300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Algorithms decide what appears in your feed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Content optimized for engagement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Leads to: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Addiction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Radicalization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Information bubbles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Behavior manipulation</a:t>
            </a:r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769364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0878D6-8335-AB61-0A0C-FF64EDD57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Real-World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AD87A-7B05-B89E-0D75-853141293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TikTok trends shaping fashion &amp; music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Instagram filters influencing beauty standards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YouTube recommendations guiding political opinions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AI-generated influencers (“virtual influencers”)</a:t>
            </a:r>
            <a:endParaRPr lang="en-US" sz="1800"/>
          </a:p>
          <a:p>
            <a:endParaRPr lang="en-US" sz="1800"/>
          </a:p>
        </p:txBody>
      </p:sp>
      <p:pic>
        <p:nvPicPr>
          <p:cNvPr id="4" name="Picture 3" descr="Social Media Platform ...">
            <a:extLst>
              <a:ext uri="{FF2B5EF4-FFF2-40B4-BE49-F238E27FC236}">
                <a16:creationId xmlns:a16="http://schemas.microsoft.com/office/drawing/2014/main" id="{C560D3E4-1323-7E65-4471-D0F1CF941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1677665"/>
            <a:ext cx="5837780" cy="350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6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796BF-F203-9E54-F241-EE48A4861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 b="0" dirty="0">
                <a:ea typeface="+mj-lt"/>
                <a:cs typeface="+mj-lt"/>
              </a:rPr>
              <a:t>How to Use Social Media &amp; AI Responsibly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244ABB-C85E-9BF5-0C2B-BD14B6E0F0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1518011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815582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4B8143-3907-5396-F19C-4EDBFE8DE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71DAAD-B8F2-4FE0-681A-EA5349E74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11019513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15CB9-EAD1-D48F-D70A-68DC7D223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11019514" cy="40965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Social media + AI significantly influence human thoughts and actions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Effects can be positive or negative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Awareness leads to better, healthier digital habits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AI will continue shaping future behavior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99336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VanillaVTI</vt:lpstr>
      <vt:lpstr>The Influential Behavior of Social Media and AI</vt:lpstr>
      <vt:lpstr>Purpose Introduction</vt:lpstr>
      <vt:lpstr>Growth of Social Media</vt:lpstr>
      <vt:lpstr>How Social Media Influences Behavior</vt:lpstr>
      <vt:lpstr>Positive Influences</vt:lpstr>
      <vt:lpstr>PowerPoint Presentation</vt:lpstr>
      <vt:lpstr>What is Artificial Intelligence?</vt:lpstr>
      <vt:lpstr>AI Influence on Behavior</vt:lpstr>
      <vt:lpstr>AI &amp; Social Media Algorithms</vt:lpstr>
      <vt:lpstr>Real-World Examples</vt:lpstr>
      <vt:lpstr>How to Use Social Media &amp; AI Responsibly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162</cp:revision>
  <dcterms:created xsi:type="dcterms:W3CDTF">2025-12-02T15:38:23Z</dcterms:created>
  <dcterms:modified xsi:type="dcterms:W3CDTF">2025-12-02T17:40:46Z</dcterms:modified>
</cp:coreProperties>
</file>